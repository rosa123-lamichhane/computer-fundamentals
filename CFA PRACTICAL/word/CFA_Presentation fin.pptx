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56" r:id="rId3"/>
    <p:sldId id="257" r:id="rId4"/>
    <p:sldId id="258" r:id="rId5"/>
    <p:sldId id="259" r:id="rId6"/>
    <p:sldId id="260" r:id="rId7"/>
    <p:sldId id="267" r:id="rId8"/>
    <p:sldId id="261" r:id="rId9"/>
    <p:sldId id="262" r:id="rId10"/>
    <p:sldId id="265" r:id="rId11"/>
    <p:sldId id="263" r:id="rId12"/>
    <p:sldId id="264" r:id="rId1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7" d="100"/>
          <a:sy n="87" d="100"/>
        </p:scale>
        <p:origin x="29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8.png"/></Relationships>
</file>

<file path=ppt/diagrams/_rels/data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image" Target="../media/image27.svg"/><Relationship Id="rId2" Type="http://schemas.openxmlformats.org/officeDocument/2006/relationships/image" Target="../media/image17.svg"/><Relationship Id="rId1" Type="http://schemas.openxmlformats.org/officeDocument/2006/relationships/image" Target="../media/image10.png"/><Relationship Id="rId6" Type="http://schemas.openxmlformats.org/officeDocument/2006/relationships/image" Target="../media/image21.svg"/><Relationship Id="rId11" Type="http://schemas.openxmlformats.org/officeDocument/2006/relationships/image" Target="../media/image15.png"/><Relationship Id="rId5" Type="http://schemas.openxmlformats.org/officeDocument/2006/relationships/image" Target="../media/image12.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8.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image" Target="../media/image27.svg"/><Relationship Id="rId2" Type="http://schemas.openxmlformats.org/officeDocument/2006/relationships/image" Target="../media/image17.svg"/><Relationship Id="rId1" Type="http://schemas.openxmlformats.org/officeDocument/2006/relationships/image" Target="../media/image10.png"/><Relationship Id="rId6" Type="http://schemas.openxmlformats.org/officeDocument/2006/relationships/image" Target="../media/image21.svg"/><Relationship Id="rId11" Type="http://schemas.openxmlformats.org/officeDocument/2006/relationships/image" Target="../media/image15.png"/><Relationship Id="rId5" Type="http://schemas.openxmlformats.org/officeDocument/2006/relationships/image" Target="../media/image12.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60A3ED-E468-46B1-BC96-EA9857DAFE3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E7A5011-C84E-42ED-B0C3-2C68F9EB239B}">
      <dgm:prSet/>
      <dgm:spPr/>
      <dgm:t>
        <a:bodyPr/>
        <a:lstStyle/>
        <a:p>
          <a:r>
            <a:rPr lang="en-US"/>
            <a:t>1.Enhanced User Experience</a:t>
          </a:r>
        </a:p>
      </dgm:t>
    </dgm:pt>
    <dgm:pt modelId="{F49C25B4-7670-424E-928C-91C8D1210FCC}" type="parTrans" cxnId="{FCA0FEF0-7C3D-4746-AF08-F64CCBA4F9B5}">
      <dgm:prSet/>
      <dgm:spPr/>
      <dgm:t>
        <a:bodyPr/>
        <a:lstStyle/>
        <a:p>
          <a:endParaRPr lang="en-US"/>
        </a:p>
      </dgm:t>
    </dgm:pt>
    <dgm:pt modelId="{5F8659B5-19A2-49AE-9617-C9F8A41B1F9B}" type="sibTrans" cxnId="{FCA0FEF0-7C3D-4746-AF08-F64CCBA4F9B5}">
      <dgm:prSet/>
      <dgm:spPr/>
      <dgm:t>
        <a:bodyPr/>
        <a:lstStyle/>
        <a:p>
          <a:endParaRPr lang="en-US"/>
        </a:p>
      </dgm:t>
    </dgm:pt>
    <dgm:pt modelId="{F37022CE-60D2-4948-AA99-51FE2D064BFD}">
      <dgm:prSet/>
      <dgm:spPr/>
      <dgm:t>
        <a:bodyPr/>
        <a:lstStyle/>
        <a:p>
          <a:r>
            <a:rPr lang="en-US"/>
            <a:t>2. Automation and Convenience</a:t>
          </a:r>
        </a:p>
      </dgm:t>
    </dgm:pt>
    <dgm:pt modelId="{03A1D38D-BD55-4A84-9D06-D0FAF320DB15}" type="parTrans" cxnId="{5FF3B142-8BBA-4361-A068-8407FC66A84D}">
      <dgm:prSet/>
      <dgm:spPr/>
      <dgm:t>
        <a:bodyPr/>
        <a:lstStyle/>
        <a:p>
          <a:endParaRPr lang="en-US"/>
        </a:p>
      </dgm:t>
    </dgm:pt>
    <dgm:pt modelId="{268E5089-F182-4756-9FFE-FEE2FB272013}" type="sibTrans" cxnId="{5FF3B142-8BBA-4361-A068-8407FC66A84D}">
      <dgm:prSet/>
      <dgm:spPr/>
      <dgm:t>
        <a:bodyPr/>
        <a:lstStyle/>
        <a:p>
          <a:endParaRPr lang="en-US"/>
        </a:p>
      </dgm:t>
    </dgm:pt>
    <dgm:pt modelId="{420EC911-0DEE-462C-881C-329ACC3318BB}">
      <dgm:prSet/>
      <dgm:spPr/>
      <dgm:t>
        <a:bodyPr/>
        <a:lstStyle/>
        <a:p>
          <a:r>
            <a:rPr lang="en-US"/>
            <a:t>3. Energy Efficiency</a:t>
          </a:r>
        </a:p>
      </dgm:t>
    </dgm:pt>
    <dgm:pt modelId="{08D7D8E0-560F-4A89-844D-FE22860DB456}" type="parTrans" cxnId="{28D2AB5A-B01C-406A-A5B1-F3365A333F9D}">
      <dgm:prSet/>
      <dgm:spPr/>
      <dgm:t>
        <a:bodyPr/>
        <a:lstStyle/>
        <a:p>
          <a:endParaRPr lang="en-US"/>
        </a:p>
      </dgm:t>
    </dgm:pt>
    <dgm:pt modelId="{78C611E7-D3CF-432B-BEC2-804D661D21F1}" type="sibTrans" cxnId="{28D2AB5A-B01C-406A-A5B1-F3365A333F9D}">
      <dgm:prSet/>
      <dgm:spPr/>
      <dgm:t>
        <a:bodyPr/>
        <a:lstStyle/>
        <a:p>
          <a:endParaRPr lang="en-US"/>
        </a:p>
      </dgm:t>
    </dgm:pt>
    <dgm:pt modelId="{7CEDACFF-082C-45A6-AFEC-E196DB16E24E}">
      <dgm:prSet/>
      <dgm:spPr/>
      <dgm:t>
        <a:bodyPr/>
        <a:lstStyle/>
        <a:p>
          <a:r>
            <a:rPr lang="en-US"/>
            <a:t>4. Improved Health Monitoring</a:t>
          </a:r>
        </a:p>
      </dgm:t>
    </dgm:pt>
    <dgm:pt modelId="{8A0B4806-47C6-48CD-ADEB-78FEA8F46C3A}" type="parTrans" cxnId="{6E1391BD-6E76-45A2-BCC2-88C58E24EB2E}">
      <dgm:prSet/>
      <dgm:spPr/>
      <dgm:t>
        <a:bodyPr/>
        <a:lstStyle/>
        <a:p>
          <a:endParaRPr lang="en-US"/>
        </a:p>
      </dgm:t>
    </dgm:pt>
    <dgm:pt modelId="{B7ED675E-F4DC-49D2-94A1-B7FBAE95D37B}" type="sibTrans" cxnId="{6E1391BD-6E76-45A2-BCC2-88C58E24EB2E}">
      <dgm:prSet/>
      <dgm:spPr/>
      <dgm:t>
        <a:bodyPr/>
        <a:lstStyle/>
        <a:p>
          <a:endParaRPr lang="en-US"/>
        </a:p>
      </dgm:t>
    </dgm:pt>
    <dgm:pt modelId="{50D9978E-99A3-430B-A1D3-E70F5F46ED93}">
      <dgm:prSet/>
      <dgm:spPr/>
      <dgm:t>
        <a:bodyPr/>
        <a:lstStyle/>
        <a:p>
          <a:r>
            <a:rPr lang="en-US"/>
            <a:t>5. Increased Safety and Security</a:t>
          </a:r>
        </a:p>
      </dgm:t>
    </dgm:pt>
    <dgm:pt modelId="{32503DD2-C939-4057-B044-573FB96182BF}" type="parTrans" cxnId="{4302FCE7-9B52-4D8D-8C74-18B03E05C12C}">
      <dgm:prSet/>
      <dgm:spPr/>
      <dgm:t>
        <a:bodyPr/>
        <a:lstStyle/>
        <a:p>
          <a:endParaRPr lang="en-US"/>
        </a:p>
      </dgm:t>
    </dgm:pt>
    <dgm:pt modelId="{F2867FB4-FF0F-4BB1-9914-306C16934367}" type="sibTrans" cxnId="{4302FCE7-9B52-4D8D-8C74-18B03E05C12C}">
      <dgm:prSet/>
      <dgm:spPr/>
      <dgm:t>
        <a:bodyPr/>
        <a:lstStyle/>
        <a:p>
          <a:endParaRPr lang="en-US"/>
        </a:p>
      </dgm:t>
    </dgm:pt>
    <dgm:pt modelId="{942ABA3E-F8AE-4A8B-9373-0E1701734D96}">
      <dgm:prSet/>
      <dgm:spPr/>
      <dgm:t>
        <a:bodyPr/>
        <a:lstStyle/>
        <a:p>
          <a:r>
            <a:rPr lang="en-US"/>
            <a:t>6. Seamless Connectivity</a:t>
          </a:r>
        </a:p>
      </dgm:t>
    </dgm:pt>
    <dgm:pt modelId="{B6DC66AF-3BE0-4BF6-AAA5-D08FB0F0641E}" type="parTrans" cxnId="{ECD9DCA6-24A7-4742-8063-626513E285F5}">
      <dgm:prSet/>
      <dgm:spPr/>
      <dgm:t>
        <a:bodyPr/>
        <a:lstStyle/>
        <a:p>
          <a:endParaRPr lang="en-US"/>
        </a:p>
      </dgm:t>
    </dgm:pt>
    <dgm:pt modelId="{718B7143-DC8E-4E96-ABB1-0C58AB2D4337}" type="sibTrans" cxnId="{ECD9DCA6-24A7-4742-8063-626513E285F5}">
      <dgm:prSet/>
      <dgm:spPr/>
      <dgm:t>
        <a:bodyPr/>
        <a:lstStyle/>
        <a:p>
          <a:endParaRPr lang="en-US"/>
        </a:p>
      </dgm:t>
    </dgm:pt>
    <dgm:pt modelId="{4AC8A267-31B0-4BC2-AD43-AA334B16A764}" type="pres">
      <dgm:prSet presAssocID="{A160A3ED-E468-46B1-BC96-EA9857DAFE30}" presName="root" presStyleCnt="0">
        <dgm:presLayoutVars>
          <dgm:dir/>
          <dgm:resizeHandles val="exact"/>
        </dgm:presLayoutVars>
      </dgm:prSet>
      <dgm:spPr/>
      <dgm:t>
        <a:bodyPr/>
        <a:lstStyle/>
        <a:p>
          <a:endParaRPr lang="en-US"/>
        </a:p>
      </dgm:t>
    </dgm:pt>
    <dgm:pt modelId="{0F0AB104-4768-4E38-9130-A1B06085BC38}" type="pres">
      <dgm:prSet presAssocID="{4E7A5011-C84E-42ED-B0C3-2C68F9EB239B}" presName="compNode" presStyleCnt="0"/>
      <dgm:spPr/>
    </dgm:pt>
    <dgm:pt modelId="{8F5CE94B-47E7-4629-8DAA-5EBBF9CE4BA9}" type="pres">
      <dgm:prSet presAssocID="{4E7A5011-C84E-42ED-B0C3-2C68F9EB239B}" presName="bgRect" presStyleLbl="bgShp" presStyleIdx="0" presStyleCnt="6"/>
      <dgm:spPr/>
    </dgm:pt>
    <dgm:pt modelId="{18681AD5-2036-4559-B8A4-6421AC244B12}" type="pres">
      <dgm:prSet presAssocID="{4E7A5011-C84E-42ED-B0C3-2C68F9EB239B}" presName="iconRect" presStyleLbl="node1" presStyleIdx="0" presStyleCnt="6"/>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User"/>
        </a:ext>
      </dgm:extLst>
    </dgm:pt>
    <dgm:pt modelId="{FE9AC4D3-677D-4CDA-A8D9-7CE673D69C51}" type="pres">
      <dgm:prSet presAssocID="{4E7A5011-C84E-42ED-B0C3-2C68F9EB239B}" presName="spaceRect" presStyleCnt="0"/>
      <dgm:spPr/>
    </dgm:pt>
    <dgm:pt modelId="{6C3BDF26-D031-4712-9853-90D44CEA116D}" type="pres">
      <dgm:prSet presAssocID="{4E7A5011-C84E-42ED-B0C3-2C68F9EB239B}" presName="parTx" presStyleLbl="revTx" presStyleIdx="0" presStyleCnt="6">
        <dgm:presLayoutVars>
          <dgm:chMax val="0"/>
          <dgm:chPref val="0"/>
        </dgm:presLayoutVars>
      </dgm:prSet>
      <dgm:spPr/>
      <dgm:t>
        <a:bodyPr/>
        <a:lstStyle/>
        <a:p>
          <a:endParaRPr lang="en-US"/>
        </a:p>
      </dgm:t>
    </dgm:pt>
    <dgm:pt modelId="{D795195D-5581-4318-ABF1-F5F6E954BA5F}" type="pres">
      <dgm:prSet presAssocID="{5F8659B5-19A2-49AE-9617-C9F8A41B1F9B}" presName="sibTrans" presStyleCnt="0"/>
      <dgm:spPr/>
    </dgm:pt>
    <dgm:pt modelId="{00940AB5-C4A4-4890-B604-62D5B191A76A}" type="pres">
      <dgm:prSet presAssocID="{F37022CE-60D2-4948-AA99-51FE2D064BFD}" presName="compNode" presStyleCnt="0"/>
      <dgm:spPr/>
    </dgm:pt>
    <dgm:pt modelId="{EE5A6F71-58EF-40C8-BBD1-CDF1AEEC62DF}" type="pres">
      <dgm:prSet presAssocID="{F37022CE-60D2-4948-AA99-51FE2D064BFD}" presName="bgRect" presStyleLbl="bgShp" presStyleIdx="1" presStyleCnt="6"/>
      <dgm:spPr/>
    </dgm:pt>
    <dgm:pt modelId="{1AC5AA6D-CFA8-4B0E-B4F6-54A405EB2A86}" type="pres">
      <dgm:prSet presAssocID="{F37022CE-60D2-4948-AA99-51FE2D064BFD}" presName="iconRect" presStyleLbl="node1" presStyleIdx="1" presStyleCnt="6"/>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Gears"/>
        </a:ext>
      </dgm:extLst>
    </dgm:pt>
    <dgm:pt modelId="{4CAC718D-A65F-4DCF-AAEF-CA2EC9902642}" type="pres">
      <dgm:prSet presAssocID="{F37022CE-60D2-4948-AA99-51FE2D064BFD}" presName="spaceRect" presStyleCnt="0"/>
      <dgm:spPr/>
    </dgm:pt>
    <dgm:pt modelId="{A689A124-B5EB-4407-B523-5CD11A8121F8}" type="pres">
      <dgm:prSet presAssocID="{F37022CE-60D2-4948-AA99-51FE2D064BFD}" presName="parTx" presStyleLbl="revTx" presStyleIdx="1" presStyleCnt="6">
        <dgm:presLayoutVars>
          <dgm:chMax val="0"/>
          <dgm:chPref val="0"/>
        </dgm:presLayoutVars>
      </dgm:prSet>
      <dgm:spPr/>
      <dgm:t>
        <a:bodyPr/>
        <a:lstStyle/>
        <a:p>
          <a:endParaRPr lang="en-US"/>
        </a:p>
      </dgm:t>
    </dgm:pt>
    <dgm:pt modelId="{7C6AC547-BE71-4005-BED2-3C29F378F5B9}" type="pres">
      <dgm:prSet presAssocID="{268E5089-F182-4756-9FFE-FEE2FB272013}" presName="sibTrans" presStyleCnt="0"/>
      <dgm:spPr/>
    </dgm:pt>
    <dgm:pt modelId="{BECF4C95-6C9C-4502-BF5C-5FC37A3CB1D3}" type="pres">
      <dgm:prSet presAssocID="{420EC911-0DEE-462C-881C-329ACC3318BB}" presName="compNode" presStyleCnt="0"/>
      <dgm:spPr/>
    </dgm:pt>
    <dgm:pt modelId="{89F59408-3653-4E5B-9BBD-EC7B526C5FEC}" type="pres">
      <dgm:prSet presAssocID="{420EC911-0DEE-462C-881C-329ACC3318BB}" presName="bgRect" presStyleLbl="bgShp" presStyleIdx="2" presStyleCnt="6"/>
      <dgm:spPr/>
    </dgm:pt>
    <dgm:pt modelId="{55E2F84D-1C0F-4BD2-8772-CE38E227B349}" type="pres">
      <dgm:prSet presAssocID="{420EC911-0DEE-462C-881C-329ACC3318BB}" presName="iconRect" presStyleLbl="node1" presStyleIdx="2" presStyleCnt="6"/>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Lightbulb"/>
        </a:ext>
      </dgm:extLst>
    </dgm:pt>
    <dgm:pt modelId="{9FA6CF4F-93A9-443A-A1E2-746365E2AA6C}" type="pres">
      <dgm:prSet presAssocID="{420EC911-0DEE-462C-881C-329ACC3318BB}" presName="spaceRect" presStyleCnt="0"/>
      <dgm:spPr/>
    </dgm:pt>
    <dgm:pt modelId="{A40B9831-B869-4934-8941-A85692CE80D4}" type="pres">
      <dgm:prSet presAssocID="{420EC911-0DEE-462C-881C-329ACC3318BB}" presName="parTx" presStyleLbl="revTx" presStyleIdx="2" presStyleCnt="6">
        <dgm:presLayoutVars>
          <dgm:chMax val="0"/>
          <dgm:chPref val="0"/>
        </dgm:presLayoutVars>
      </dgm:prSet>
      <dgm:spPr/>
      <dgm:t>
        <a:bodyPr/>
        <a:lstStyle/>
        <a:p>
          <a:endParaRPr lang="en-US"/>
        </a:p>
      </dgm:t>
    </dgm:pt>
    <dgm:pt modelId="{74010A06-ADDE-45BD-98E7-67A081644050}" type="pres">
      <dgm:prSet presAssocID="{78C611E7-D3CF-432B-BEC2-804D661D21F1}" presName="sibTrans" presStyleCnt="0"/>
      <dgm:spPr/>
    </dgm:pt>
    <dgm:pt modelId="{0CEE042F-2DCF-4A2F-8103-5F9C635C0325}" type="pres">
      <dgm:prSet presAssocID="{7CEDACFF-082C-45A6-AFEC-E196DB16E24E}" presName="compNode" presStyleCnt="0"/>
      <dgm:spPr/>
    </dgm:pt>
    <dgm:pt modelId="{812D5ED9-0707-4BE0-86D7-2A810A987942}" type="pres">
      <dgm:prSet presAssocID="{7CEDACFF-082C-45A6-AFEC-E196DB16E24E}" presName="bgRect" presStyleLbl="bgShp" presStyleIdx="3" presStyleCnt="6"/>
      <dgm:spPr/>
    </dgm:pt>
    <dgm:pt modelId="{5912322E-C5F6-40F2-8C56-CE4C78201617}" type="pres">
      <dgm:prSet presAssocID="{7CEDACFF-082C-45A6-AFEC-E196DB16E24E}" presName="iconRect" presStyleLbl="node1" presStyleIdx="3" presStyleCnt="6"/>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t>
        <a:bodyPr/>
        <a:lstStyle/>
        <a:p>
          <a:endParaRPr lang="en-US"/>
        </a:p>
      </dgm:t>
      <dgm:extLst>
        <a:ext uri="{E40237B7-FDA0-4F09-8148-C483321AD2D9}">
          <dgm14:cNvPr xmlns:dgm14="http://schemas.microsoft.com/office/drawing/2010/diagram" id="0" name="" descr="Heartbeat"/>
        </a:ext>
      </dgm:extLst>
    </dgm:pt>
    <dgm:pt modelId="{F220B5A9-5EAE-4A62-9DAF-FBDB91A1BF12}" type="pres">
      <dgm:prSet presAssocID="{7CEDACFF-082C-45A6-AFEC-E196DB16E24E}" presName="spaceRect" presStyleCnt="0"/>
      <dgm:spPr/>
    </dgm:pt>
    <dgm:pt modelId="{1FD40D16-D95B-4F09-94EC-1D0CAF6029A6}" type="pres">
      <dgm:prSet presAssocID="{7CEDACFF-082C-45A6-AFEC-E196DB16E24E}" presName="parTx" presStyleLbl="revTx" presStyleIdx="3" presStyleCnt="6">
        <dgm:presLayoutVars>
          <dgm:chMax val="0"/>
          <dgm:chPref val="0"/>
        </dgm:presLayoutVars>
      </dgm:prSet>
      <dgm:spPr/>
      <dgm:t>
        <a:bodyPr/>
        <a:lstStyle/>
        <a:p>
          <a:endParaRPr lang="en-US"/>
        </a:p>
      </dgm:t>
    </dgm:pt>
    <dgm:pt modelId="{A81EFFF8-D5D8-49B3-AEB8-13D7882BF2BB}" type="pres">
      <dgm:prSet presAssocID="{B7ED675E-F4DC-49D2-94A1-B7FBAE95D37B}" presName="sibTrans" presStyleCnt="0"/>
      <dgm:spPr/>
    </dgm:pt>
    <dgm:pt modelId="{4005F564-6E61-495E-9258-4B3358A562B1}" type="pres">
      <dgm:prSet presAssocID="{50D9978E-99A3-430B-A1D3-E70F5F46ED93}" presName="compNode" presStyleCnt="0"/>
      <dgm:spPr/>
    </dgm:pt>
    <dgm:pt modelId="{F4BE1A0B-D50A-42E1-9380-89F6247BCA8A}" type="pres">
      <dgm:prSet presAssocID="{50D9978E-99A3-430B-A1D3-E70F5F46ED93}" presName="bgRect" presStyleLbl="bgShp" presStyleIdx="4" presStyleCnt="6"/>
      <dgm:spPr/>
    </dgm:pt>
    <dgm:pt modelId="{4B4BF142-047D-4EE5-BC54-DBB489D8931B}" type="pres">
      <dgm:prSet presAssocID="{50D9978E-99A3-430B-A1D3-E70F5F46ED93}" presName="iconRect" presStyleLbl="node1" presStyleIdx="4" presStyleCnt="6"/>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a:noFill/>
        </a:ln>
      </dgm:spPr>
      <dgm:t>
        <a:bodyPr/>
        <a:lstStyle/>
        <a:p>
          <a:endParaRPr lang="en-US"/>
        </a:p>
      </dgm:t>
      <dgm:extLst>
        <a:ext uri="{E40237B7-FDA0-4F09-8148-C483321AD2D9}">
          <dgm14:cNvPr xmlns:dgm14="http://schemas.microsoft.com/office/drawing/2010/diagram" id="0" name="" descr="Employee Badge"/>
        </a:ext>
      </dgm:extLst>
    </dgm:pt>
    <dgm:pt modelId="{0BE67000-B8A5-4C98-99C7-C415733E61FE}" type="pres">
      <dgm:prSet presAssocID="{50D9978E-99A3-430B-A1D3-E70F5F46ED93}" presName="spaceRect" presStyleCnt="0"/>
      <dgm:spPr/>
    </dgm:pt>
    <dgm:pt modelId="{10140992-7582-4707-91A2-E7CFFFB53B81}" type="pres">
      <dgm:prSet presAssocID="{50D9978E-99A3-430B-A1D3-E70F5F46ED93}" presName="parTx" presStyleLbl="revTx" presStyleIdx="4" presStyleCnt="6">
        <dgm:presLayoutVars>
          <dgm:chMax val="0"/>
          <dgm:chPref val="0"/>
        </dgm:presLayoutVars>
      </dgm:prSet>
      <dgm:spPr/>
      <dgm:t>
        <a:bodyPr/>
        <a:lstStyle/>
        <a:p>
          <a:endParaRPr lang="en-US"/>
        </a:p>
      </dgm:t>
    </dgm:pt>
    <dgm:pt modelId="{AF4AA38B-47BB-44B2-B263-D7FE0F7528D1}" type="pres">
      <dgm:prSet presAssocID="{F2867FB4-FF0F-4BB1-9914-306C16934367}" presName="sibTrans" presStyleCnt="0"/>
      <dgm:spPr/>
    </dgm:pt>
    <dgm:pt modelId="{637626CD-24A5-42D8-868A-BC0A008ECEFE}" type="pres">
      <dgm:prSet presAssocID="{942ABA3E-F8AE-4A8B-9373-0E1701734D96}" presName="compNode" presStyleCnt="0"/>
      <dgm:spPr/>
    </dgm:pt>
    <dgm:pt modelId="{8CB8E74D-3B54-4323-8B1C-C45706B82DEC}" type="pres">
      <dgm:prSet presAssocID="{942ABA3E-F8AE-4A8B-9373-0E1701734D96}" presName="bgRect" presStyleLbl="bgShp" presStyleIdx="5" presStyleCnt="6"/>
      <dgm:spPr/>
    </dgm:pt>
    <dgm:pt modelId="{AC258D17-2772-45D9-AFE6-198EBBCAC53B}" type="pres">
      <dgm:prSet presAssocID="{942ABA3E-F8AE-4A8B-9373-0E1701734D96}" presName="iconRect" presStyleLbl="node1" presStyleIdx="5" presStyleCnt="6"/>
      <dgm:spPr>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a:ln>
          <a:noFill/>
        </a:ln>
      </dgm:spPr>
      <dgm:t>
        <a:bodyPr/>
        <a:lstStyle/>
        <a:p>
          <a:endParaRPr lang="en-US"/>
        </a:p>
      </dgm:t>
      <dgm:extLst>
        <a:ext uri="{E40237B7-FDA0-4F09-8148-C483321AD2D9}">
          <dgm14:cNvPr xmlns:dgm14="http://schemas.microsoft.com/office/drawing/2010/diagram" id="0" name="" descr="Wi-Fi"/>
        </a:ext>
      </dgm:extLst>
    </dgm:pt>
    <dgm:pt modelId="{0C9C45E7-C158-4DB8-BE0C-B0D50590D3AB}" type="pres">
      <dgm:prSet presAssocID="{942ABA3E-F8AE-4A8B-9373-0E1701734D96}" presName="spaceRect" presStyleCnt="0"/>
      <dgm:spPr/>
    </dgm:pt>
    <dgm:pt modelId="{894CA42D-2760-4732-A1E3-8940D03C644C}" type="pres">
      <dgm:prSet presAssocID="{942ABA3E-F8AE-4A8B-9373-0E1701734D96}" presName="parTx" presStyleLbl="revTx" presStyleIdx="5" presStyleCnt="6">
        <dgm:presLayoutVars>
          <dgm:chMax val="0"/>
          <dgm:chPref val="0"/>
        </dgm:presLayoutVars>
      </dgm:prSet>
      <dgm:spPr/>
      <dgm:t>
        <a:bodyPr/>
        <a:lstStyle/>
        <a:p>
          <a:endParaRPr lang="en-US"/>
        </a:p>
      </dgm:t>
    </dgm:pt>
  </dgm:ptLst>
  <dgm:cxnLst>
    <dgm:cxn modelId="{5FF3B142-8BBA-4361-A068-8407FC66A84D}" srcId="{A160A3ED-E468-46B1-BC96-EA9857DAFE30}" destId="{F37022CE-60D2-4948-AA99-51FE2D064BFD}" srcOrd="1" destOrd="0" parTransId="{03A1D38D-BD55-4A84-9D06-D0FAF320DB15}" sibTransId="{268E5089-F182-4756-9FFE-FEE2FB272013}"/>
    <dgm:cxn modelId="{6E1391BD-6E76-45A2-BCC2-88C58E24EB2E}" srcId="{A160A3ED-E468-46B1-BC96-EA9857DAFE30}" destId="{7CEDACFF-082C-45A6-AFEC-E196DB16E24E}" srcOrd="3" destOrd="0" parTransId="{8A0B4806-47C6-48CD-ADEB-78FEA8F46C3A}" sibTransId="{B7ED675E-F4DC-49D2-94A1-B7FBAE95D37B}"/>
    <dgm:cxn modelId="{C4269E86-A1E2-48EE-9E63-81A809F0B98A}" type="presOf" srcId="{942ABA3E-F8AE-4A8B-9373-0E1701734D96}" destId="{894CA42D-2760-4732-A1E3-8940D03C644C}" srcOrd="0" destOrd="0" presId="urn:microsoft.com/office/officeart/2018/2/layout/IconVerticalSolidList"/>
    <dgm:cxn modelId="{28D2AB5A-B01C-406A-A5B1-F3365A333F9D}" srcId="{A160A3ED-E468-46B1-BC96-EA9857DAFE30}" destId="{420EC911-0DEE-462C-881C-329ACC3318BB}" srcOrd="2" destOrd="0" parTransId="{08D7D8E0-560F-4A89-844D-FE22860DB456}" sibTransId="{78C611E7-D3CF-432B-BEC2-804D661D21F1}"/>
    <dgm:cxn modelId="{ECD9DCA6-24A7-4742-8063-626513E285F5}" srcId="{A160A3ED-E468-46B1-BC96-EA9857DAFE30}" destId="{942ABA3E-F8AE-4A8B-9373-0E1701734D96}" srcOrd="5" destOrd="0" parTransId="{B6DC66AF-3BE0-4BF6-AAA5-D08FB0F0641E}" sibTransId="{718B7143-DC8E-4E96-ABB1-0C58AB2D4337}"/>
    <dgm:cxn modelId="{12F16830-EA5E-48F3-AE8C-1059CAD9CD04}" type="presOf" srcId="{4E7A5011-C84E-42ED-B0C3-2C68F9EB239B}" destId="{6C3BDF26-D031-4712-9853-90D44CEA116D}" srcOrd="0" destOrd="0" presId="urn:microsoft.com/office/officeart/2018/2/layout/IconVerticalSolidList"/>
    <dgm:cxn modelId="{EBF5C7C4-CCB8-4AC2-81E6-211FE2F09A29}" type="presOf" srcId="{7CEDACFF-082C-45A6-AFEC-E196DB16E24E}" destId="{1FD40D16-D95B-4F09-94EC-1D0CAF6029A6}" srcOrd="0" destOrd="0" presId="urn:microsoft.com/office/officeart/2018/2/layout/IconVerticalSolidList"/>
    <dgm:cxn modelId="{B82554CD-7529-48D6-9F70-31F326BCF52C}" type="presOf" srcId="{420EC911-0DEE-462C-881C-329ACC3318BB}" destId="{A40B9831-B869-4934-8941-A85692CE80D4}" srcOrd="0" destOrd="0" presId="urn:microsoft.com/office/officeart/2018/2/layout/IconVerticalSolidList"/>
    <dgm:cxn modelId="{4302FCE7-9B52-4D8D-8C74-18B03E05C12C}" srcId="{A160A3ED-E468-46B1-BC96-EA9857DAFE30}" destId="{50D9978E-99A3-430B-A1D3-E70F5F46ED93}" srcOrd="4" destOrd="0" parTransId="{32503DD2-C939-4057-B044-573FB96182BF}" sibTransId="{F2867FB4-FF0F-4BB1-9914-306C16934367}"/>
    <dgm:cxn modelId="{FCA0FEF0-7C3D-4746-AF08-F64CCBA4F9B5}" srcId="{A160A3ED-E468-46B1-BC96-EA9857DAFE30}" destId="{4E7A5011-C84E-42ED-B0C3-2C68F9EB239B}" srcOrd="0" destOrd="0" parTransId="{F49C25B4-7670-424E-928C-91C8D1210FCC}" sibTransId="{5F8659B5-19A2-49AE-9617-C9F8A41B1F9B}"/>
    <dgm:cxn modelId="{5C4F59AE-FC2E-4274-9AF6-AA387C5B1847}" type="presOf" srcId="{50D9978E-99A3-430B-A1D3-E70F5F46ED93}" destId="{10140992-7582-4707-91A2-E7CFFFB53B81}" srcOrd="0" destOrd="0" presId="urn:microsoft.com/office/officeart/2018/2/layout/IconVerticalSolidList"/>
    <dgm:cxn modelId="{D77CB51A-7BEA-4B01-AE6F-C3C7D62A2F67}" type="presOf" srcId="{A160A3ED-E468-46B1-BC96-EA9857DAFE30}" destId="{4AC8A267-31B0-4BC2-AD43-AA334B16A764}" srcOrd="0" destOrd="0" presId="urn:microsoft.com/office/officeart/2018/2/layout/IconVerticalSolidList"/>
    <dgm:cxn modelId="{7E07B5DC-D110-4233-83AC-18FD2CDB1B26}" type="presOf" srcId="{F37022CE-60D2-4948-AA99-51FE2D064BFD}" destId="{A689A124-B5EB-4407-B523-5CD11A8121F8}" srcOrd="0" destOrd="0" presId="urn:microsoft.com/office/officeart/2018/2/layout/IconVerticalSolidList"/>
    <dgm:cxn modelId="{00647D98-1B5E-460B-A57A-10123BB83DFA}" type="presParOf" srcId="{4AC8A267-31B0-4BC2-AD43-AA334B16A764}" destId="{0F0AB104-4768-4E38-9130-A1B06085BC38}" srcOrd="0" destOrd="0" presId="urn:microsoft.com/office/officeart/2018/2/layout/IconVerticalSolidList"/>
    <dgm:cxn modelId="{30538DA8-EDEC-4275-9AAD-355499466A28}" type="presParOf" srcId="{0F0AB104-4768-4E38-9130-A1B06085BC38}" destId="{8F5CE94B-47E7-4629-8DAA-5EBBF9CE4BA9}" srcOrd="0" destOrd="0" presId="urn:microsoft.com/office/officeart/2018/2/layout/IconVerticalSolidList"/>
    <dgm:cxn modelId="{2B94E8DD-ACBE-4DC0-90E8-781E7D0F7EB9}" type="presParOf" srcId="{0F0AB104-4768-4E38-9130-A1B06085BC38}" destId="{18681AD5-2036-4559-B8A4-6421AC244B12}" srcOrd="1" destOrd="0" presId="urn:microsoft.com/office/officeart/2018/2/layout/IconVerticalSolidList"/>
    <dgm:cxn modelId="{3B40B6E1-B4BA-45D6-A059-1DCF57CE0FC8}" type="presParOf" srcId="{0F0AB104-4768-4E38-9130-A1B06085BC38}" destId="{FE9AC4D3-677D-4CDA-A8D9-7CE673D69C51}" srcOrd="2" destOrd="0" presId="urn:microsoft.com/office/officeart/2018/2/layout/IconVerticalSolidList"/>
    <dgm:cxn modelId="{26A2D953-16E2-4E64-8DAD-5FB07FFB5104}" type="presParOf" srcId="{0F0AB104-4768-4E38-9130-A1B06085BC38}" destId="{6C3BDF26-D031-4712-9853-90D44CEA116D}" srcOrd="3" destOrd="0" presId="urn:microsoft.com/office/officeart/2018/2/layout/IconVerticalSolidList"/>
    <dgm:cxn modelId="{131959FF-B574-4FE7-B68C-EB0B72D4D26A}" type="presParOf" srcId="{4AC8A267-31B0-4BC2-AD43-AA334B16A764}" destId="{D795195D-5581-4318-ABF1-F5F6E954BA5F}" srcOrd="1" destOrd="0" presId="urn:microsoft.com/office/officeart/2018/2/layout/IconVerticalSolidList"/>
    <dgm:cxn modelId="{DCE20ACF-F327-4E9C-BD71-65D6592A5908}" type="presParOf" srcId="{4AC8A267-31B0-4BC2-AD43-AA334B16A764}" destId="{00940AB5-C4A4-4890-B604-62D5B191A76A}" srcOrd="2" destOrd="0" presId="urn:microsoft.com/office/officeart/2018/2/layout/IconVerticalSolidList"/>
    <dgm:cxn modelId="{B18E8A8D-2E51-41FB-BC76-FA33F860D7A4}" type="presParOf" srcId="{00940AB5-C4A4-4890-B604-62D5B191A76A}" destId="{EE5A6F71-58EF-40C8-BBD1-CDF1AEEC62DF}" srcOrd="0" destOrd="0" presId="urn:microsoft.com/office/officeart/2018/2/layout/IconVerticalSolidList"/>
    <dgm:cxn modelId="{C12D886D-1FA1-416E-B9FA-6C9DA371CFD2}" type="presParOf" srcId="{00940AB5-C4A4-4890-B604-62D5B191A76A}" destId="{1AC5AA6D-CFA8-4B0E-B4F6-54A405EB2A86}" srcOrd="1" destOrd="0" presId="urn:microsoft.com/office/officeart/2018/2/layout/IconVerticalSolidList"/>
    <dgm:cxn modelId="{207117D3-C4CB-4987-8E88-FA99F2310BFA}" type="presParOf" srcId="{00940AB5-C4A4-4890-B604-62D5B191A76A}" destId="{4CAC718D-A65F-4DCF-AAEF-CA2EC9902642}" srcOrd="2" destOrd="0" presId="urn:microsoft.com/office/officeart/2018/2/layout/IconVerticalSolidList"/>
    <dgm:cxn modelId="{8B389D6A-225D-420B-9C0B-22878241D0F2}" type="presParOf" srcId="{00940AB5-C4A4-4890-B604-62D5B191A76A}" destId="{A689A124-B5EB-4407-B523-5CD11A8121F8}" srcOrd="3" destOrd="0" presId="urn:microsoft.com/office/officeart/2018/2/layout/IconVerticalSolidList"/>
    <dgm:cxn modelId="{DEA0EA28-8FED-4456-8276-5A96603D35AD}" type="presParOf" srcId="{4AC8A267-31B0-4BC2-AD43-AA334B16A764}" destId="{7C6AC547-BE71-4005-BED2-3C29F378F5B9}" srcOrd="3" destOrd="0" presId="urn:microsoft.com/office/officeart/2018/2/layout/IconVerticalSolidList"/>
    <dgm:cxn modelId="{EC2A7A39-B224-4324-A5CC-BBD96A257C82}" type="presParOf" srcId="{4AC8A267-31B0-4BC2-AD43-AA334B16A764}" destId="{BECF4C95-6C9C-4502-BF5C-5FC37A3CB1D3}" srcOrd="4" destOrd="0" presId="urn:microsoft.com/office/officeart/2018/2/layout/IconVerticalSolidList"/>
    <dgm:cxn modelId="{4F98334C-79B8-4193-B79B-D259842EC451}" type="presParOf" srcId="{BECF4C95-6C9C-4502-BF5C-5FC37A3CB1D3}" destId="{89F59408-3653-4E5B-9BBD-EC7B526C5FEC}" srcOrd="0" destOrd="0" presId="urn:microsoft.com/office/officeart/2018/2/layout/IconVerticalSolidList"/>
    <dgm:cxn modelId="{F132D028-E396-4A92-8266-DA886454E499}" type="presParOf" srcId="{BECF4C95-6C9C-4502-BF5C-5FC37A3CB1D3}" destId="{55E2F84D-1C0F-4BD2-8772-CE38E227B349}" srcOrd="1" destOrd="0" presId="urn:microsoft.com/office/officeart/2018/2/layout/IconVerticalSolidList"/>
    <dgm:cxn modelId="{51572003-9289-4646-A203-617C5D004D1D}" type="presParOf" srcId="{BECF4C95-6C9C-4502-BF5C-5FC37A3CB1D3}" destId="{9FA6CF4F-93A9-443A-A1E2-746365E2AA6C}" srcOrd="2" destOrd="0" presId="urn:microsoft.com/office/officeart/2018/2/layout/IconVerticalSolidList"/>
    <dgm:cxn modelId="{BADF5B7B-D441-4A97-BB10-11D70B9E2BA7}" type="presParOf" srcId="{BECF4C95-6C9C-4502-BF5C-5FC37A3CB1D3}" destId="{A40B9831-B869-4934-8941-A85692CE80D4}" srcOrd="3" destOrd="0" presId="urn:microsoft.com/office/officeart/2018/2/layout/IconVerticalSolidList"/>
    <dgm:cxn modelId="{B81B6550-0F30-4CBE-8965-F0461B7A9F66}" type="presParOf" srcId="{4AC8A267-31B0-4BC2-AD43-AA334B16A764}" destId="{74010A06-ADDE-45BD-98E7-67A081644050}" srcOrd="5" destOrd="0" presId="urn:microsoft.com/office/officeart/2018/2/layout/IconVerticalSolidList"/>
    <dgm:cxn modelId="{E6C314FD-4897-4A94-8A06-368D7D463204}" type="presParOf" srcId="{4AC8A267-31B0-4BC2-AD43-AA334B16A764}" destId="{0CEE042F-2DCF-4A2F-8103-5F9C635C0325}" srcOrd="6" destOrd="0" presId="urn:microsoft.com/office/officeart/2018/2/layout/IconVerticalSolidList"/>
    <dgm:cxn modelId="{04EBB598-3D38-4258-B1C2-03A21EA42CD2}" type="presParOf" srcId="{0CEE042F-2DCF-4A2F-8103-5F9C635C0325}" destId="{812D5ED9-0707-4BE0-86D7-2A810A987942}" srcOrd="0" destOrd="0" presId="urn:microsoft.com/office/officeart/2018/2/layout/IconVerticalSolidList"/>
    <dgm:cxn modelId="{FEF20A36-F14A-4CF4-8458-075193835763}" type="presParOf" srcId="{0CEE042F-2DCF-4A2F-8103-5F9C635C0325}" destId="{5912322E-C5F6-40F2-8C56-CE4C78201617}" srcOrd="1" destOrd="0" presId="urn:microsoft.com/office/officeart/2018/2/layout/IconVerticalSolidList"/>
    <dgm:cxn modelId="{A7668DAF-632E-495C-A5DD-A839628D66F7}" type="presParOf" srcId="{0CEE042F-2DCF-4A2F-8103-5F9C635C0325}" destId="{F220B5A9-5EAE-4A62-9DAF-FBDB91A1BF12}" srcOrd="2" destOrd="0" presId="urn:microsoft.com/office/officeart/2018/2/layout/IconVerticalSolidList"/>
    <dgm:cxn modelId="{2C085725-7D33-406E-9170-B8468202B372}" type="presParOf" srcId="{0CEE042F-2DCF-4A2F-8103-5F9C635C0325}" destId="{1FD40D16-D95B-4F09-94EC-1D0CAF6029A6}" srcOrd="3" destOrd="0" presId="urn:microsoft.com/office/officeart/2018/2/layout/IconVerticalSolidList"/>
    <dgm:cxn modelId="{C799D741-1B11-4D6E-9315-A07669FA5079}" type="presParOf" srcId="{4AC8A267-31B0-4BC2-AD43-AA334B16A764}" destId="{A81EFFF8-D5D8-49B3-AEB8-13D7882BF2BB}" srcOrd="7" destOrd="0" presId="urn:microsoft.com/office/officeart/2018/2/layout/IconVerticalSolidList"/>
    <dgm:cxn modelId="{82E77511-DFC8-4EA4-90B9-C3106F1510C4}" type="presParOf" srcId="{4AC8A267-31B0-4BC2-AD43-AA334B16A764}" destId="{4005F564-6E61-495E-9258-4B3358A562B1}" srcOrd="8" destOrd="0" presId="urn:microsoft.com/office/officeart/2018/2/layout/IconVerticalSolidList"/>
    <dgm:cxn modelId="{2B7F8FCF-A1E6-46EF-A1D2-20AB61B34211}" type="presParOf" srcId="{4005F564-6E61-495E-9258-4B3358A562B1}" destId="{F4BE1A0B-D50A-42E1-9380-89F6247BCA8A}" srcOrd="0" destOrd="0" presId="urn:microsoft.com/office/officeart/2018/2/layout/IconVerticalSolidList"/>
    <dgm:cxn modelId="{396B0F0F-59FC-4053-8CA0-4C0A74DAE96D}" type="presParOf" srcId="{4005F564-6E61-495E-9258-4B3358A562B1}" destId="{4B4BF142-047D-4EE5-BC54-DBB489D8931B}" srcOrd="1" destOrd="0" presId="urn:microsoft.com/office/officeart/2018/2/layout/IconVerticalSolidList"/>
    <dgm:cxn modelId="{C3984B89-3A7D-4047-8AF9-E208F1797BA1}" type="presParOf" srcId="{4005F564-6E61-495E-9258-4B3358A562B1}" destId="{0BE67000-B8A5-4C98-99C7-C415733E61FE}" srcOrd="2" destOrd="0" presId="urn:microsoft.com/office/officeart/2018/2/layout/IconVerticalSolidList"/>
    <dgm:cxn modelId="{1B94D271-A6E4-4A66-BE39-62DC38DB96B1}" type="presParOf" srcId="{4005F564-6E61-495E-9258-4B3358A562B1}" destId="{10140992-7582-4707-91A2-E7CFFFB53B81}" srcOrd="3" destOrd="0" presId="urn:microsoft.com/office/officeart/2018/2/layout/IconVerticalSolidList"/>
    <dgm:cxn modelId="{B50A7698-3637-4F49-8DF8-826A72D58907}" type="presParOf" srcId="{4AC8A267-31B0-4BC2-AD43-AA334B16A764}" destId="{AF4AA38B-47BB-44B2-B263-D7FE0F7528D1}" srcOrd="9" destOrd="0" presId="urn:microsoft.com/office/officeart/2018/2/layout/IconVerticalSolidList"/>
    <dgm:cxn modelId="{EFA353DC-D0D9-40B1-9AB4-2188DFC9077E}" type="presParOf" srcId="{4AC8A267-31B0-4BC2-AD43-AA334B16A764}" destId="{637626CD-24A5-42D8-868A-BC0A008ECEFE}" srcOrd="10" destOrd="0" presId="urn:microsoft.com/office/officeart/2018/2/layout/IconVerticalSolidList"/>
    <dgm:cxn modelId="{090FBC85-D723-4038-8DF1-21202FBFC9F1}" type="presParOf" srcId="{637626CD-24A5-42D8-868A-BC0A008ECEFE}" destId="{8CB8E74D-3B54-4323-8B1C-C45706B82DEC}" srcOrd="0" destOrd="0" presId="urn:microsoft.com/office/officeart/2018/2/layout/IconVerticalSolidList"/>
    <dgm:cxn modelId="{2492500E-3924-40BC-A0A8-5F1DCAA43F0F}" type="presParOf" srcId="{637626CD-24A5-42D8-868A-BC0A008ECEFE}" destId="{AC258D17-2772-45D9-AFE6-198EBBCAC53B}" srcOrd="1" destOrd="0" presId="urn:microsoft.com/office/officeart/2018/2/layout/IconVerticalSolidList"/>
    <dgm:cxn modelId="{AF5FACA0-D180-455D-8BA7-37650ADF9448}" type="presParOf" srcId="{637626CD-24A5-42D8-868A-BC0A008ECEFE}" destId="{0C9C45E7-C158-4DB8-BE0C-B0D50590D3AB}" srcOrd="2" destOrd="0" presId="urn:microsoft.com/office/officeart/2018/2/layout/IconVerticalSolidList"/>
    <dgm:cxn modelId="{FD3A0A9D-FEA9-43B0-BC69-5722D0D684F7}" type="presParOf" srcId="{637626CD-24A5-42D8-868A-BC0A008ECEFE}" destId="{894CA42D-2760-4732-A1E3-8940D03C644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D6D710-EE6D-4CB4-AC86-67AF2A8D869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27F1C29-DD2D-46B7-BBB5-F05EB270DAD7}">
      <dgm:prSet/>
      <dgm:spPr/>
      <dgm:t>
        <a:bodyPr/>
        <a:lstStyle/>
        <a:p>
          <a:r>
            <a:rPr lang="en-GB" dirty="0"/>
            <a:t>Privacy Concerns</a:t>
          </a:r>
          <a:endParaRPr lang="en-US" dirty="0"/>
        </a:p>
      </dgm:t>
    </dgm:pt>
    <dgm:pt modelId="{32C25EE7-41AE-48D3-98D5-AE3198FF7A63}" type="parTrans" cxnId="{61B506CA-DF1B-4CC2-B55F-2CCA200E2C59}">
      <dgm:prSet/>
      <dgm:spPr/>
      <dgm:t>
        <a:bodyPr/>
        <a:lstStyle/>
        <a:p>
          <a:endParaRPr lang="en-US"/>
        </a:p>
      </dgm:t>
    </dgm:pt>
    <dgm:pt modelId="{DD818A6B-4DED-4EC4-B64B-4237E16322C1}" type="sibTrans" cxnId="{61B506CA-DF1B-4CC2-B55F-2CCA200E2C59}">
      <dgm:prSet/>
      <dgm:spPr/>
      <dgm:t>
        <a:bodyPr/>
        <a:lstStyle/>
        <a:p>
          <a:endParaRPr lang="en-US"/>
        </a:p>
      </dgm:t>
    </dgm:pt>
    <dgm:pt modelId="{39416BC4-6908-458A-8EBF-3E7078C2EA0E}">
      <dgm:prSet/>
      <dgm:spPr/>
      <dgm:t>
        <a:bodyPr/>
        <a:lstStyle/>
        <a:p>
          <a:r>
            <a:rPr lang="en-GB"/>
            <a:t>High Implementation Costs</a:t>
          </a:r>
          <a:endParaRPr lang="en-US"/>
        </a:p>
      </dgm:t>
    </dgm:pt>
    <dgm:pt modelId="{FFD51494-2882-424C-8B08-DEC54FB8599E}" type="parTrans" cxnId="{EDAC54C7-6B3B-4707-BED0-2C2A74934618}">
      <dgm:prSet/>
      <dgm:spPr/>
      <dgm:t>
        <a:bodyPr/>
        <a:lstStyle/>
        <a:p>
          <a:endParaRPr lang="en-US"/>
        </a:p>
      </dgm:t>
    </dgm:pt>
    <dgm:pt modelId="{947A81C5-F499-43F5-93F6-42FCC93D5C82}" type="sibTrans" cxnId="{EDAC54C7-6B3B-4707-BED0-2C2A74934618}">
      <dgm:prSet/>
      <dgm:spPr/>
      <dgm:t>
        <a:bodyPr/>
        <a:lstStyle/>
        <a:p>
          <a:endParaRPr lang="en-US"/>
        </a:p>
      </dgm:t>
    </dgm:pt>
    <dgm:pt modelId="{9AE6C5CF-4BDD-499B-A1A8-38E960D3DC79}">
      <dgm:prSet/>
      <dgm:spPr/>
      <dgm:t>
        <a:bodyPr/>
        <a:lstStyle/>
        <a:p>
          <a:r>
            <a:rPr lang="en-GB"/>
            <a:t>Dependency on Technology</a:t>
          </a:r>
          <a:endParaRPr lang="en-US"/>
        </a:p>
      </dgm:t>
    </dgm:pt>
    <dgm:pt modelId="{C250209C-CA90-4F21-AC77-13E832220BF1}" type="parTrans" cxnId="{D0501826-9F2F-4CCC-9F40-E0C6BA2F5105}">
      <dgm:prSet/>
      <dgm:spPr/>
      <dgm:t>
        <a:bodyPr/>
        <a:lstStyle/>
        <a:p>
          <a:endParaRPr lang="en-US"/>
        </a:p>
      </dgm:t>
    </dgm:pt>
    <dgm:pt modelId="{F5787BEE-D17B-4E87-9FE7-9BC7B08EBE4C}" type="sibTrans" cxnId="{D0501826-9F2F-4CCC-9F40-E0C6BA2F5105}">
      <dgm:prSet/>
      <dgm:spPr/>
      <dgm:t>
        <a:bodyPr/>
        <a:lstStyle/>
        <a:p>
          <a:endParaRPr lang="en-US"/>
        </a:p>
      </dgm:t>
    </dgm:pt>
    <dgm:pt modelId="{26CBEB5B-57DC-4F6D-A058-65E4C0AABCE8}">
      <dgm:prSet/>
      <dgm:spPr/>
      <dgm:t>
        <a:bodyPr/>
        <a:lstStyle/>
        <a:p>
          <a:r>
            <a:rPr lang="en-GB"/>
            <a:t>Security Vulnerabilities</a:t>
          </a:r>
          <a:endParaRPr lang="en-US"/>
        </a:p>
      </dgm:t>
    </dgm:pt>
    <dgm:pt modelId="{59E4F78B-0F41-4E0A-B43E-A956A5DEC30B}" type="parTrans" cxnId="{7F458D26-D9A8-4BD8-AC4C-C53771A4FB21}">
      <dgm:prSet/>
      <dgm:spPr/>
      <dgm:t>
        <a:bodyPr/>
        <a:lstStyle/>
        <a:p>
          <a:endParaRPr lang="en-US"/>
        </a:p>
      </dgm:t>
    </dgm:pt>
    <dgm:pt modelId="{1ADEDC4A-F552-4DB4-BFEB-ADC050097A94}" type="sibTrans" cxnId="{7F458D26-D9A8-4BD8-AC4C-C53771A4FB21}">
      <dgm:prSet/>
      <dgm:spPr/>
      <dgm:t>
        <a:bodyPr/>
        <a:lstStyle/>
        <a:p>
          <a:endParaRPr lang="en-US"/>
        </a:p>
      </dgm:t>
    </dgm:pt>
    <dgm:pt modelId="{AFD7080B-AF57-4A20-9FFE-57081700E4BB}">
      <dgm:prSet/>
      <dgm:spPr/>
      <dgm:t>
        <a:bodyPr/>
        <a:lstStyle/>
        <a:p>
          <a:r>
            <a:rPr lang="en-GB"/>
            <a:t>Ethical Issues</a:t>
          </a:r>
          <a:endParaRPr lang="en-US"/>
        </a:p>
      </dgm:t>
    </dgm:pt>
    <dgm:pt modelId="{757E328D-BFD4-4569-AC9C-65C89932BD63}" type="parTrans" cxnId="{704C45C1-4705-4D38-84AD-4052439DD2F7}">
      <dgm:prSet/>
      <dgm:spPr/>
      <dgm:t>
        <a:bodyPr/>
        <a:lstStyle/>
        <a:p>
          <a:endParaRPr lang="en-US"/>
        </a:p>
      </dgm:t>
    </dgm:pt>
    <dgm:pt modelId="{31A1AF60-D943-46F8-848B-236AC8B406D7}" type="sibTrans" cxnId="{704C45C1-4705-4D38-84AD-4052439DD2F7}">
      <dgm:prSet/>
      <dgm:spPr/>
      <dgm:t>
        <a:bodyPr/>
        <a:lstStyle/>
        <a:p>
          <a:endParaRPr lang="en-US"/>
        </a:p>
      </dgm:t>
    </dgm:pt>
    <dgm:pt modelId="{E5E5474D-435F-406E-85FF-B52E47CB279E}">
      <dgm:prSet/>
      <dgm:spPr/>
      <dgm:t>
        <a:bodyPr/>
        <a:lstStyle/>
        <a:p>
          <a:r>
            <a:rPr lang="en-GB" dirty="0"/>
            <a:t>Complexity and Maintenance</a:t>
          </a:r>
          <a:endParaRPr lang="en-US" dirty="0"/>
        </a:p>
      </dgm:t>
    </dgm:pt>
    <dgm:pt modelId="{C58E0646-BCED-418A-89CA-6714972FEC13}" type="parTrans" cxnId="{51FA1FA2-F143-4B66-91CF-3A018E8D1A9C}">
      <dgm:prSet/>
      <dgm:spPr/>
      <dgm:t>
        <a:bodyPr/>
        <a:lstStyle/>
        <a:p>
          <a:endParaRPr lang="en-US"/>
        </a:p>
      </dgm:t>
    </dgm:pt>
    <dgm:pt modelId="{E4FDFDC0-4C67-457E-BAA0-DDBC0B78E510}" type="sibTrans" cxnId="{51FA1FA2-F143-4B66-91CF-3A018E8D1A9C}">
      <dgm:prSet/>
      <dgm:spPr/>
      <dgm:t>
        <a:bodyPr/>
        <a:lstStyle/>
        <a:p>
          <a:endParaRPr lang="en-US"/>
        </a:p>
      </dgm:t>
    </dgm:pt>
    <dgm:pt modelId="{C9E09F59-0658-45A5-8C55-98D09908574C}" type="pres">
      <dgm:prSet presAssocID="{BCD6D710-EE6D-4CB4-AC86-67AF2A8D8691}" presName="root" presStyleCnt="0">
        <dgm:presLayoutVars>
          <dgm:dir/>
          <dgm:resizeHandles val="exact"/>
        </dgm:presLayoutVars>
      </dgm:prSet>
      <dgm:spPr/>
      <dgm:t>
        <a:bodyPr/>
        <a:lstStyle/>
        <a:p>
          <a:endParaRPr lang="en-US"/>
        </a:p>
      </dgm:t>
    </dgm:pt>
    <dgm:pt modelId="{319B5A08-8919-4C39-B9DA-60C16A614816}" type="pres">
      <dgm:prSet presAssocID="{D27F1C29-DD2D-46B7-BBB5-F05EB270DAD7}" presName="compNode" presStyleCnt="0"/>
      <dgm:spPr/>
    </dgm:pt>
    <dgm:pt modelId="{CEB6D71C-5631-467B-9F05-77E5BF55F869}" type="pres">
      <dgm:prSet presAssocID="{D27F1C29-DD2D-46B7-BBB5-F05EB270DAD7}" presName="bgRect" presStyleLbl="bgShp" presStyleIdx="0" presStyleCnt="6"/>
      <dgm:spPr/>
    </dgm:pt>
    <dgm:pt modelId="{B7F1CD52-35DA-4BC8-B5EB-5EEFD7B004E2}" type="pres">
      <dgm:prSet presAssocID="{D27F1C29-DD2D-46B7-BBB5-F05EB270DAD7}" presName="iconRect" presStyleLbl="node1" presStyleIdx="0" presStyleCnt="6"/>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Lock"/>
        </a:ext>
      </dgm:extLst>
    </dgm:pt>
    <dgm:pt modelId="{2D6E510A-2B26-40AB-8E00-973D80BBD199}" type="pres">
      <dgm:prSet presAssocID="{D27F1C29-DD2D-46B7-BBB5-F05EB270DAD7}" presName="spaceRect" presStyleCnt="0"/>
      <dgm:spPr/>
    </dgm:pt>
    <dgm:pt modelId="{7C6CD9EF-527F-4E6B-AB9A-537974EF790E}" type="pres">
      <dgm:prSet presAssocID="{D27F1C29-DD2D-46B7-BBB5-F05EB270DAD7}" presName="parTx" presStyleLbl="revTx" presStyleIdx="0" presStyleCnt="6">
        <dgm:presLayoutVars>
          <dgm:chMax val="0"/>
          <dgm:chPref val="0"/>
        </dgm:presLayoutVars>
      </dgm:prSet>
      <dgm:spPr/>
      <dgm:t>
        <a:bodyPr/>
        <a:lstStyle/>
        <a:p>
          <a:endParaRPr lang="en-US"/>
        </a:p>
      </dgm:t>
    </dgm:pt>
    <dgm:pt modelId="{DE99563F-31B6-4038-A8B2-E634C02B2317}" type="pres">
      <dgm:prSet presAssocID="{DD818A6B-4DED-4EC4-B64B-4237E16322C1}" presName="sibTrans" presStyleCnt="0"/>
      <dgm:spPr/>
    </dgm:pt>
    <dgm:pt modelId="{C119E690-870F-4D04-8F4A-643407ED0FA8}" type="pres">
      <dgm:prSet presAssocID="{39416BC4-6908-458A-8EBF-3E7078C2EA0E}" presName="compNode" presStyleCnt="0"/>
      <dgm:spPr/>
    </dgm:pt>
    <dgm:pt modelId="{44EFFB9D-3BC9-41BA-AA39-7C28CE1417AD}" type="pres">
      <dgm:prSet presAssocID="{39416BC4-6908-458A-8EBF-3E7078C2EA0E}" presName="bgRect" presStyleLbl="bgShp" presStyleIdx="1" presStyleCnt="6"/>
      <dgm:spPr/>
    </dgm:pt>
    <dgm:pt modelId="{13AAAB4E-FB6D-490B-A8AD-317710236E62}" type="pres">
      <dgm:prSet presAssocID="{39416BC4-6908-458A-8EBF-3E7078C2EA0E}" presName="iconRect" presStyleLbl="node1" presStyleIdx="1" presStyleCnt="6"/>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Money"/>
        </a:ext>
      </dgm:extLst>
    </dgm:pt>
    <dgm:pt modelId="{1C7B4CCD-537C-4928-8BE1-4AC26AFAC08D}" type="pres">
      <dgm:prSet presAssocID="{39416BC4-6908-458A-8EBF-3E7078C2EA0E}" presName="spaceRect" presStyleCnt="0"/>
      <dgm:spPr/>
    </dgm:pt>
    <dgm:pt modelId="{C3CEA1AD-2CEF-49C7-A5CC-87E923B8FB1D}" type="pres">
      <dgm:prSet presAssocID="{39416BC4-6908-458A-8EBF-3E7078C2EA0E}" presName="parTx" presStyleLbl="revTx" presStyleIdx="1" presStyleCnt="6">
        <dgm:presLayoutVars>
          <dgm:chMax val="0"/>
          <dgm:chPref val="0"/>
        </dgm:presLayoutVars>
      </dgm:prSet>
      <dgm:spPr/>
      <dgm:t>
        <a:bodyPr/>
        <a:lstStyle/>
        <a:p>
          <a:endParaRPr lang="en-US"/>
        </a:p>
      </dgm:t>
    </dgm:pt>
    <dgm:pt modelId="{01816F0B-A788-44A2-A3AE-380847F0986D}" type="pres">
      <dgm:prSet presAssocID="{947A81C5-F499-43F5-93F6-42FCC93D5C82}" presName="sibTrans" presStyleCnt="0"/>
      <dgm:spPr/>
    </dgm:pt>
    <dgm:pt modelId="{D5E3BB73-CE09-44EE-8A96-42CB10ACF2A2}" type="pres">
      <dgm:prSet presAssocID="{9AE6C5CF-4BDD-499B-A1A8-38E960D3DC79}" presName="compNode" presStyleCnt="0"/>
      <dgm:spPr/>
    </dgm:pt>
    <dgm:pt modelId="{E21BAD73-4150-4819-86E2-B3DBB0CF8979}" type="pres">
      <dgm:prSet presAssocID="{9AE6C5CF-4BDD-499B-A1A8-38E960D3DC79}" presName="bgRect" presStyleLbl="bgShp" presStyleIdx="2" presStyleCnt="6"/>
      <dgm:spPr/>
    </dgm:pt>
    <dgm:pt modelId="{09E428AF-3A5C-4BFA-8931-17AD7A2B8D38}" type="pres">
      <dgm:prSet presAssocID="{9AE6C5CF-4BDD-499B-A1A8-38E960D3DC79}" presName="iconRect" presStyleLbl="node1" presStyleIdx="2" presStyleCnt="6"/>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Computer"/>
        </a:ext>
      </dgm:extLst>
    </dgm:pt>
    <dgm:pt modelId="{ECC3A387-C940-4AF0-B3F3-A31EA6C02F93}" type="pres">
      <dgm:prSet presAssocID="{9AE6C5CF-4BDD-499B-A1A8-38E960D3DC79}" presName="spaceRect" presStyleCnt="0"/>
      <dgm:spPr/>
    </dgm:pt>
    <dgm:pt modelId="{8DDCAEF4-6046-4928-9F0A-2CD8D5C86C7F}" type="pres">
      <dgm:prSet presAssocID="{9AE6C5CF-4BDD-499B-A1A8-38E960D3DC79}" presName="parTx" presStyleLbl="revTx" presStyleIdx="2" presStyleCnt="6">
        <dgm:presLayoutVars>
          <dgm:chMax val="0"/>
          <dgm:chPref val="0"/>
        </dgm:presLayoutVars>
      </dgm:prSet>
      <dgm:spPr/>
      <dgm:t>
        <a:bodyPr/>
        <a:lstStyle/>
        <a:p>
          <a:endParaRPr lang="en-US"/>
        </a:p>
      </dgm:t>
    </dgm:pt>
    <dgm:pt modelId="{02BEC8F3-95F9-4FA8-9B1B-18D192509845}" type="pres">
      <dgm:prSet presAssocID="{F5787BEE-D17B-4E87-9FE7-9BC7B08EBE4C}" presName="sibTrans" presStyleCnt="0"/>
      <dgm:spPr/>
    </dgm:pt>
    <dgm:pt modelId="{FD21F9A5-F9D7-40CC-A07A-1A9EBC28D972}" type="pres">
      <dgm:prSet presAssocID="{26CBEB5B-57DC-4F6D-A058-65E4C0AABCE8}" presName="compNode" presStyleCnt="0"/>
      <dgm:spPr/>
    </dgm:pt>
    <dgm:pt modelId="{5C624A3A-499F-4B76-9462-01555D2FBC63}" type="pres">
      <dgm:prSet presAssocID="{26CBEB5B-57DC-4F6D-A058-65E4C0AABCE8}" presName="bgRect" presStyleLbl="bgShp" presStyleIdx="3" presStyleCnt="6"/>
      <dgm:spPr/>
    </dgm:pt>
    <dgm:pt modelId="{7DCC49A7-440F-4480-8FE1-21311D0F3AC5}" type="pres">
      <dgm:prSet presAssocID="{26CBEB5B-57DC-4F6D-A058-65E4C0AABCE8}" presName="iconRect" presStyleLbl="node1" presStyleIdx="3" presStyleCnt="6"/>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t>
        <a:bodyPr/>
        <a:lstStyle/>
        <a:p>
          <a:endParaRPr lang="en-US"/>
        </a:p>
      </dgm:t>
      <dgm:extLst>
        <a:ext uri="{E40237B7-FDA0-4F09-8148-C483321AD2D9}">
          <dgm14:cNvPr xmlns:dgm14="http://schemas.microsoft.com/office/drawing/2010/diagram" id="0" name="" descr="Unlock"/>
        </a:ext>
      </dgm:extLst>
    </dgm:pt>
    <dgm:pt modelId="{C367D6C0-9ABD-4328-815F-7B24245E46DB}" type="pres">
      <dgm:prSet presAssocID="{26CBEB5B-57DC-4F6D-A058-65E4C0AABCE8}" presName="spaceRect" presStyleCnt="0"/>
      <dgm:spPr/>
    </dgm:pt>
    <dgm:pt modelId="{2B12E2EA-0C06-41A7-B05B-DA2ADD0AEF8D}" type="pres">
      <dgm:prSet presAssocID="{26CBEB5B-57DC-4F6D-A058-65E4C0AABCE8}" presName="parTx" presStyleLbl="revTx" presStyleIdx="3" presStyleCnt="6">
        <dgm:presLayoutVars>
          <dgm:chMax val="0"/>
          <dgm:chPref val="0"/>
        </dgm:presLayoutVars>
      </dgm:prSet>
      <dgm:spPr/>
      <dgm:t>
        <a:bodyPr/>
        <a:lstStyle/>
        <a:p>
          <a:endParaRPr lang="en-US"/>
        </a:p>
      </dgm:t>
    </dgm:pt>
    <dgm:pt modelId="{3C9C9489-530F-458C-9342-0096CB003164}" type="pres">
      <dgm:prSet presAssocID="{1ADEDC4A-F552-4DB4-BFEB-ADC050097A94}" presName="sibTrans" presStyleCnt="0"/>
      <dgm:spPr/>
    </dgm:pt>
    <dgm:pt modelId="{E8BA3154-14BE-4F87-9208-5F3CC1BD8DF2}" type="pres">
      <dgm:prSet presAssocID="{AFD7080B-AF57-4A20-9FFE-57081700E4BB}" presName="compNode" presStyleCnt="0"/>
      <dgm:spPr/>
    </dgm:pt>
    <dgm:pt modelId="{D8659B62-30E2-4A8B-9B39-A3A736D7F6B5}" type="pres">
      <dgm:prSet presAssocID="{AFD7080B-AF57-4A20-9FFE-57081700E4BB}" presName="bgRect" presStyleLbl="bgShp" presStyleIdx="4" presStyleCnt="6"/>
      <dgm:spPr/>
    </dgm:pt>
    <dgm:pt modelId="{BAFA3629-DE1B-485F-AE5C-279D8384A3CB}" type="pres">
      <dgm:prSet presAssocID="{AFD7080B-AF57-4A20-9FFE-57081700E4BB}" presName="iconRect" presStyleLbl="node1" presStyleIdx="4" presStyleCnt="6"/>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a:noFill/>
        </a:ln>
      </dgm:spPr>
      <dgm:t>
        <a:bodyPr/>
        <a:lstStyle/>
        <a:p>
          <a:endParaRPr lang="en-US"/>
        </a:p>
      </dgm:t>
      <dgm:extLst>
        <a:ext uri="{E40237B7-FDA0-4F09-8148-C483321AD2D9}">
          <dgm14:cNvPr xmlns:dgm14="http://schemas.microsoft.com/office/drawing/2010/diagram" id="0" name="" descr="Scales of Justice"/>
        </a:ext>
      </dgm:extLst>
    </dgm:pt>
    <dgm:pt modelId="{977E9AF4-74E1-4944-8DF2-233E6CB458CB}" type="pres">
      <dgm:prSet presAssocID="{AFD7080B-AF57-4A20-9FFE-57081700E4BB}" presName="spaceRect" presStyleCnt="0"/>
      <dgm:spPr/>
    </dgm:pt>
    <dgm:pt modelId="{1CF045F0-D65D-4FFF-BE04-D031D4FB7AD8}" type="pres">
      <dgm:prSet presAssocID="{AFD7080B-AF57-4A20-9FFE-57081700E4BB}" presName="parTx" presStyleLbl="revTx" presStyleIdx="4" presStyleCnt="6">
        <dgm:presLayoutVars>
          <dgm:chMax val="0"/>
          <dgm:chPref val="0"/>
        </dgm:presLayoutVars>
      </dgm:prSet>
      <dgm:spPr/>
      <dgm:t>
        <a:bodyPr/>
        <a:lstStyle/>
        <a:p>
          <a:endParaRPr lang="en-US"/>
        </a:p>
      </dgm:t>
    </dgm:pt>
    <dgm:pt modelId="{7EA36996-EAE1-4893-A4A2-11CF45091CBD}" type="pres">
      <dgm:prSet presAssocID="{31A1AF60-D943-46F8-848B-236AC8B406D7}" presName="sibTrans" presStyleCnt="0"/>
      <dgm:spPr/>
    </dgm:pt>
    <dgm:pt modelId="{112EC5A0-D82E-44E7-B348-D1C30CFBF3DF}" type="pres">
      <dgm:prSet presAssocID="{E5E5474D-435F-406E-85FF-B52E47CB279E}" presName="compNode" presStyleCnt="0"/>
      <dgm:spPr/>
    </dgm:pt>
    <dgm:pt modelId="{D14E84F2-87F5-4B27-90CC-F36505006D23}" type="pres">
      <dgm:prSet presAssocID="{E5E5474D-435F-406E-85FF-B52E47CB279E}" presName="bgRect" presStyleLbl="bgShp" presStyleIdx="5" presStyleCnt="6" custLinFactNeighborX="311" custLinFactNeighborY="66174"/>
      <dgm:spPr/>
    </dgm:pt>
    <dgm:pt modelId="{582BED23-4986-4272-8263-AA1F3B2B024D}" type="pres">
      <dgm:prSet presAssocID="{E5E5474D-435F-406E-85FF-B52E47CB279E}" presName="iconRect" presStyleLbl="node1" presStyleIdx="5" presStyleCnt="6"/>
      <dgm:spPr>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a:ln>
          <a:noFill/>
        </a:ln>
      </dgm:spPr>
      <dgm:t>
        <a:bodyPr/>
        <a:lstStyle/>
        <a:p>
          <a:endParaRPr lang="en-US"/>
        </a:p>
      </dgm:t>
      <dgm:extLst>
        <a:ext uri="{E40237B7-FDA0-4F09-8148-C483321AD2D9}">
          <dgm14:cNvPr xmlns:dgm14="http://schemas.microsoft.com/office/drawing/2010/diagram" id="0" name="" descr="Tools"/>
        </a:ext>
      </dgm:extLst>
    </dgm:pt>
    <dgm:pt modelId="{0BD27AD1-4EBC-47BF-A8A4-3542D630BB60}" type="pres">
      <dgm:prSet presAssocID="{E5E5474D-435F-406E-85FF-B52E47CB279E}" presName="spaceRect" presStyleCnt="0"/>
      <dgm:spPr/>
    </dgm:pt>
    <dgm:pt modelId="{1E2F0A79-8D35-4A2C-B1C9-0756BC196D6F}" type="pres">
      <dgm:prSet presAssocID="{E5E5474D-435F-406E-85FF-B52E47CB279E}" presName="parTx" presStyleLbl="revTx" presStyleIdx="5" presStyleCnt="6">
        <dgm:presLayoutVars>
          <dgm:chMax val="0"/>
          <dgm:chPref val="0"/>
        </dgm:presLayoutVars>
      </dgm:prSet>
      <dgm:spPr/>
      <dgm:t>
        <a:bodyPr/>
        <a:lstStyle/>
        <a:p>
          <a:endParaRPr lang="en-US"/>
        </a:p>
      </dgm:t>
    </dgm:pt>
  </dgm:ptLst>
  <dgm:cxnLst>
    <dgm:cxn modelId="{38379E9F-8FEA-4B0C-B9AA-9BBFA0E4AACF}" type="presOf" srcId="{E5E5474D-435F-406E-85FF-B52E47CB279E}" destId="{1E2F0A79-8D35-4A2C-B1C9-0756BC196D6F}" srcOrd="0" destOrd="0" presId="urn:microsoft.com/office/officeart/2018/2/layout/IconVerticalSolidList"/>
    <dgm:cxn modelId="{704C45C1-4705-4D38-84AD-4052439DD2F7}" srcId="{BCD6D710-EE6D-4CB4-AC86-67AF2A8D8691}" destId="{AFD7080B-AF57-4A20-9FFE-57081700E4BB}" srcOrd="4" destOrd="0" parTransId="{757E328D-BFD4-4569-AC9C-65C89932BD63}" sibTransId="{31A1AF60-D943-46F8-848B-236AC8B406D7}"/>
    <dgm:cxn modelId="{61B506CA-DF1B-4CC2-B55F-2CCA200E2C59}" srcId="{BCD6D710-EE6D-4CB4-AC86-67AF2A8D8691}" destId="{D27F1C29-DD2D-46B7-BBB5-F05EB270DAD7}" srcOrd="0" destOrd="0" parTransId="{32C25EE7-41AE-48D3-98D5-AE3198FF7A63}" sibTransId="{DD818A6B-4DED-4EC4-B64B-4237E16322C1}"/>
    <dgm:cxn modelId="{D0501826-9F2F-4CCC-9F40-E0C6BA2F5105}" srcId="{BCD6D710-EE6D-4CB4-AC86-67AF2A8D8691}" destId="{9AE6C5CF-4BDD-499B-A1A8-38E960D3DC79}" srcOrd="2" destOrd="0" parTransId="{C250209C-CA90-4F21-AC77-13E832220BF1}" sibTransId="{F5787BEE-D17B-4E87-9FE7-9BC7B08EBE4C}"/>
    <dgm:cxn modelId="{EDAC54C7-6B3B-4707-BED0-2C2A74934618}" srcId="{BCD6D710-EE6D-4CB4-AC86-67AF2A8D8691}" destId="{39416BC4-6908-458A-8EBF-3E7078C2EA0E}" srcOrd="1" destOrd="0" parTransId="{FFD51494-2882-424C-8B08-DEC54FB8599E}" sibTransId="{947A81C5-F499-43F5-93F6-42FCC93D5C82}"/>
    <dgm:cxn modelId="{F6A32C06-8C55-4821-9D69-BCF24D044A87}" type="presOf" srcId="{39416BC4-6908-458A-8EBF-3E7078C2EA0E}" destId="{C3CEA1AD-2CEF-49C7-A5CC-87E923B8FB1D}" srcOrd="0" destOrd="0" presId="urn:microsoft.com/office/officeart/2018/2/layout/IconVerticalSolidList"/>
    <dgm:cxn modelId="{7F458D26-D9A8-4BD8-AC4C-C53771A4FB21}" srcId="{BCD6D710-EE6D-4CB4-AC86-67AF2A8D8691}" destId="{26CBEB5B-57DC-4F6D-A058-65E4C0AABCE8}" srcOrd="3" destOrd="0" parTransId="{59E4F78B-0F41-4E0A-B43E-A956A5DEC30B}" sibTransId="{1ADEDC4A-F552-4DB4-BFEB-ADC050097A94}"/>
    <dgm:cxn modelId="{E36D3AF5-42E7-4C8B-81B4-8F3EDA861761}" type="presOf" srcId="{9AE6C5CF-4BDD-499B-A1A8-38E960D3DC79}" destId="{8DDCAEF4-6046-4928-9F0A-2CD8D5C86C7F}" srcOrd="0" destOrd="0" presId="urn:microsoft.com/office/officeart/2018/2/layout/IconVerticalSolidList"/>
    <dgm:cxn modelId="{2BD044FE-7AF0-48D6-8677-FEEA3D50E7FB}" type="presOf" srcId="{D27F1C29-DD2D-46B7-BBB5-F05EB270DAD7}" destId="{7C6CD9EF-527F-4E6B-AB9A-537974EF790E}" srcOrd="0" destOrd="0" presId="urn:microsoft.com/office/officeart/2018/2/layout/IconVerticalSolidList"/>
    <dgm:cxn modelId="{B133DEB3-885D-453B-9B71-9001FF8A486F}" type="presOf" srcId="{26CBEB5B-57DC-4F6D-A058-65E4C0AABCE8}" destId="{2B12E2EA-0C06-41A7-B05B-DA2ADD0AEF8D}" srcOrd="0" destOrd="0" presId="urn:microsoft.com/office/officeart/2018/2/layout/IconVerticalSolidList"/>
    <dgm:cxn modelId="{4357C167-0AC6-4128-A708-8D813AFD856D}" type="presOf" srcId="{AFD7080B-AF57-4A20-9FFE-57081700E4BB}" destId="{1CF045F0-D65D-4FFF-BE04-D031D4FB7AD8}" srcOrd="0" destOrd="0" presId="urn:microsoft.com/office/officeart/2018/2/layout/IconVerticalSolidList"/>
    <dgm:cxn modelId="{51FA1FA2-F143-4B66-91CF-3A018E8D1A9C}" srcId="{BCD6D710-EE6D-4CB4-AC86-67AF2A8D8691}" destId="{E5E5474D-435F-406E-85FF-B52E47CB279E}" srcOrd="5" destOrd="0" parTransId="{C58E0646-BCED-418A-89CA-6714972FEC13}" sibTransId="{E4FDFDC0-4C67-457E-BAA0-DDBC0B78E510}"/>
    <dgm:cxn modelId="{9CD8D985-D388-493B-8BCF-9FA80D58614E}" type="presOf" srcId="{BCD6D710-EE6D-4CB4-AC86-67AF2A8D8691}" destId="{C9E09F59-0658-45A5-8C55-98D09908574C}" srcOrd="0" destOrd="0" presId="urn:microsoft.com/office/officeart/2018/2/layout/IconVerticalSolidList"/>
    <dgm:cxn modelId="{3433B564-18ED-449F-96EA-6D6F655F117E}" type="presParOf" srcId="{C9E09F59-0658-45A5-8C55-98D09908574C}" destId="{319B5A08-8919-4C39-B9DA-60C16A614816}" srcOrd="0" destOrd="0" presId="urn:microsoft.com/office/officeart/2018/2/layout/IconVerticalSolidList"/>
    <dgm:cxn modelId="{1951E766-7B48-46D8-A913-F9BB83211936}" type="presParOf" srcId="{319B5A08-8919-4C39-B9DA-60C16A614816}" destId="{CEB6D71C-5631-467B-9F05-77E5BF55F869}" srcOrd="0" destOrd="0" presId="urn:microsoft.com/office/officeart/2018/2/layout/IconVerticalSolidList"/>
    <dgm:cxn modelId="{1BB87343-40EB-43A3-9BB7-05D82AD8E411}" type="presParOf" srcId="{319B5A08-8919-4C39-B9DA-60C16A614816}" destId="{B7F1CD52-35DA-4BC8-B5EB-5EEFD7B004E2}" srcOrd="1" destOrd="0" presId="urn:microsoft.com/office/officeart/2018/2/layout/IconVerticalSolidList"/>
    <dgm:cxn modelId="{DBF48A4E-F1F6-4E37-8AC5-E19FCAE20502}" type="presParOf" srcId="{319B5A08-8919-4C39-B9DA-60C16A614816}" destId="{2D6E510A-2B26-40AB-8E00-973D80BBD199}" srcOrd="2" destOrd="0" presId="urn:microsoft.com/office/officeart/2018/2/layout/IconVerticalSolidList"/>
    <dgm:cxn modelId="{9051BD5C-847D-4168-8156-D8A1F47E636B}" type="presParOf" srcId="{319B5A08-8919-4C39-B9DA-60C16A614816}" destId="{7C6CD9EF-527F-4E6B-AB9A-537974EF790E}" srcOrd="3" destOrd="0" presId="urn:microsoft.com/office/officeart/2018/2/layout/IconVerticalSolidList"/>
    <dgm:cxn modelId="{78475794-0E9A-4337-A58C-F14027A0ADA8}" type="presParOf" srcId="{C9E09F59-0658-45A5-8C55-98D09908574C}" destId="{DE99563F-31B6-4038-A8B2-E634C02B2317}" srcOrd="1" destOrd="0" presId="urn:microsoft.com/office/officeart/2018/2/layout/IconVerticalSolidList"/>
    <dgm:cxn modelId="{ED3EB6E2-04DC-49C7-A26A-0D788FF4BCC7}" type="presParOf" srcId="{C9E09F59-0658-45A5-8C55-98D09908574C}" destId="{C119E690-870F-4D04-8F4A-643407ED0FA8}" srcOrd="2" destOrd="0" presId="urn:microsoft.com/office/officeart/2018/2/layout/IconVerticalSolidList"/>
    <dgm:cxn modelId="{1601FEE8-AE53-4808-8E3D-542D6CBCE0E3}" type="presParOf" srcId="{C119E690-870F-4D04-8F4A-643407ED0FA8}" destId="{44EFFB9D-3BC9-41BA-AA39-7C28CE1417AD}" srcOrd="0" destOrd="0" presId="urn:microsoft.com/office/officeart/2018/2/layout/IconVerticalSolidList"/>
    <dgm:cxn modelId="{AFBCD6BC-BC67-47C1-B8CB-0515E1C4B4A4}" type="presParOf" srcId="{C119E690-870F-4D04-8F4A-643407ED0FA8}" destId="{13AAAB4E-FB6D-490B-A8AD-317710236E62}" srcOrd="1" destOrd="0" presId="urn:microsoft.com/office/officeart/2018/2/layout/IconVerticalSolidList"/>
    <dgm:cxn modelId="{8D607AF6-41D7-4420-974F-9CEDB3B31C60}" type="presParOf" srcId="{C119E690-870F-4D04-8F4A-643407ED0FA8}" destId="{1C7B4CCD-537C-4928-8BE1-4AC26AFAC08D}" srcOrd="2" destOrd="0" presId="urn:microsoft.com/office/officeart/2018/2/layout/IconVerticalSolidList"/>
    <dgm:cxn modelId="{F7C15DAE-F494-4AC6-BCFC-E18EDFC62358}" type="presParOf" srcId="{C119E690-870F-4D04-8F4A-643407ED0FA8}" destId="{C3CEA1AD-2CEF-49C7-A5CC-87E923B8FB1D}" srcOrd="3" destOrd="0" presId="urn:microsoft.com/office/officeart/2018/2/layout/IconVerticalSolidList"/>
    <dgm:cxn modelId="{7B13CE73-8FF3-423C-8764-AD93A671670F}" type="presParOf" srcId="{C9E09F59-0658-45A5-8C55-98D09908574C}" destId="{01816F0B-A788-44A2-A3AE-380847F0986D}" srcOrd="3" destOrd="0" presId="urn:microsoft.com/office/officeart/2018/2/layout/IconVerticalSolidList"/>
    <dgm:cxn modelId="{0A25D25A-2736-4B15-92D4-0D81C4A2C6BD}" type="presParOf" srcId="{C9E09F59-0658-45A5-8C55-98D09908574C}" destId="{D5E3BB73-CE09-44EE-8A96-42CB10ACF2A2}" srcOrd="4" destOrd="0" presId="urn:microsoft.com/office/officeart/2018/2/layout/IconVerticalSolidList"/>
    <dgm:cxn modelId="{1F03FDAE-BC25-427C-9B67-4FC2F1884636}" type="presParOf" srcId="{D5E3BB73-CE09-44EE-8A96-42CB10ACF2A2}" destId="{E21BAD73-4150-4819-86E2-B3DBB0CF8979}" srcOrd="0" destOrd="0" presId="urn:microsoft.com/office/officeart/2018/2/layout/IconVerticalSolidList"/>
    <dgm:cxn modelId="{DCAE19FC-C21B-4488-867D-5A839EA64DF2}" type="presParOf" srcId="{D5E3BB73-CE09-44EE-8A96-42CB10ACF2A2}" destId="{09E428AF-3A5C-4BFA-8931-17AD7A2B8D38}" srcOrd="1" destOrd="0" presId="urn:microsoft.com/office/officeart/2018/2/layout/IconVerticalSolidList"/>
    <dgm:cxn modelId="{63527B05-7AFE-496C-9848-0D6D16D649E9}" type="presParOf" srcId="{D5E3BB73-CE09-44EE-8A96-42CB10ACF2A2}" destId="{ECC3A387-C940-4AF0-B3F3-A31EA6C02F93}" srcOrd="2" destOrd="0" presId="urn:microsoft.com/office/officeart/2018/2/layout/IconVerticalSolidList"/>
    <dgm:cxn modelId="{1B446B4C-E66B-428A-B915-5BB1F8D8A6B9}" type="presParOf" srcId="{D5E3BB73-CE09-44EE-8A96-42CB10ACF2A2}" destId="{8DDCAEF4-6046-4928-9F0A-2CD8D5C86C7F}" srcOrd="3" destOrd="0" presId="urn:microsoft.com/office/officeart/2018/2/layout/IconVerticalSolidList"/>
    <dgm:cxn modelId="{E0D30604-1997-49FE-A950-F1513E704F65}" type="presParOf" srcId="{C9E09F59-0658-45A5-8C55-98D09908574C}" destId="{02BEC8F3-95F9-4FA8-9B1B-18D192509845}" srcOrd="5" destOrd="0" presId="urn:microsoft.com/office/officeart/2018/2/layout/IconVerticalSolidList"/>
    <dgm:cxn modelId="{76FF42D2-4239-498D-BEC7-4B204B633BF4}" type="presParOf" srcId="{C9E09F59-0658-45A5-8C55-98D09908574C}" destId="{FD21F9A5-F9D7-40CC-A07A-1A9EBC28D972}" srcOrd="6" destOrd="0" presId="urn:microsoft.com/office/officeart/2018/2/layout/IconVerticalSolidList"/>
    <dgm:cxn modelId="{DACD0972-DBE0-4BCB-8B14-16F145ADEC31}" type="presParOf" srcId="{FD21F9A5-F9D7-40CC-A07A-1A9EBC28D972}" destId="{5C624A3A-499F-4B76-9462-01555D2FBC63}" srcOrd="0" destOrd="0" presId="urn:microsoft.com/office/officeart/2018/2/layout/IconVerticalSolidList"/>
    <dgm:cxn modelId="{B909533B-ED96-4DA5-A750-FC06B1C1DF20}" type="presParOf" srcId="{FD21F9A5-F9D7-40CC-A07A-1A9EBC28D972}" destId="{7DCC49A7-440F-4480-8FE1-21311D0F3AC5}" srcOrd="1" destOrd="0" presId="urn:microsoft.com/office/officeart/2018/2/layout/IconVerticalSolidList"/>
    <dgm:cxn modelId="{2DC409F7-8DE6-4899-96CD-58B318FE48D1}" type="presParOf" srcId="{FD21F9A5-F9D7-40CC-A07A-1A9EBC28D972}" destId="{C367D6C0-9ABD-4328-815F-7B24245E46DB}" srcOrd="2" destOrd="0" presId="urn:microsoft.com/office/officeart/2018/2/layout/IconVerticalSolidList"/>
    <dgm:cxn modelId="{5EF9855B-752C-4D6F-B6F5-11528A931685}" type="presParOf" srcId="{FD21F9A5-F9D7-40CC-A07A-1A9EBC28D972}" destId="{2B12E2EA-0C06-41A7-B05B-DA2ADD0AEF8D}" srcOrd="3" destOrd="0" presId="urn:microsoft.com/office/officeart/2018/2/layout/IconVerticalSolidList"/>
    <dgm:cxn modelId="{57CEFE56-D860-4BC5-B877-71AD649DE6C2}" type="presParOf" srcId="{C9E09F59-0658-45A5-8C55-98D09908574C}" destId="{3C9C9489-530F-458C-9342-0096CB003164}" srcOrd="7" destOrd="0" presId="urn:microsoft.com/office/officeart/2018/2/layout/IconVerticalSolidList"/>
    <dgm:cxn modelId="{6988DA42-3EA7-4DF6-A20E-D8699FAAF629}" type="presParOf" srcId="{C9E09F59-0658-45A5-8C55-98D09908574C}" destId="{E8BA3154-14BE-4F87-9208-5F3CC1BD8DF2}" srcOrd="8" destOrd="0" presId="urn:microsoft.com/office/officeart/2018/2/layout/IconVerticalSolidList"/>
    <dgm:cxn modelId="{CA88FDB8-7B46-41B0-AB84-D38418E95FBA}" type="presParOf" srcId="{E8BA3154-14BE-4F87-9208-5F3CC1BD8DF2}" destId="{D8659B62-30E2-4A8B-9B39-A3A736D7F6B5}" srcOrd="0" destOrd="0" presId="urn:microsoft.com/office/officeart/2018/2/layout/IconVerticalSolidList"/>
    <dgm:cxn modelId="{E61A5543-8D3C-4325-925A-8ACC057A8F4B}" type="presParOf" srcId="{E8BA3154-14BE-4F87-9208-5F3CC1BD8DF2}" destId="{BAFA3629-DE1B-485F-AE5C-279D8384A3CB}" srcOrd="1" destOrd="0" presId="urn:microsoft.com/office/officeart/2018/2/layout/IconVerticalSolidList"/>
    <dgm:cxn modelId="{9BE76872-944E-46D6-A224-06D941CC29A6}" type="presParOf" srcId="{E8BA3154-14BE-4F87-9208-5F3CC1BD8DF2}" destId="{977E9AF4-74E1-4944-8DF2-233E6CB458CB}" srcOrd="2" destOrd="0" presId="urn:microsoft.com/office/officeart/2018/2/layout/IconVerticalSolidList"/>
    <dgm:cxn modelId="{DD22AD51-E792-4857-B74A-B75DDFF9E034}" type="presParOf" srcId="{E8BA3154-14BE-4F87-9208-5F3CC1BD8DF2}" destId="{1CF045F0-D65D-4FFF-BE04-D031D4FB7AD8}" srcOrd="3" destOrd="0" presId="urn:microsoft.com/office/officeart/2018/2/layout/IconVerticalSolidList"/>
    <dgm:cxn modelId="{5F23B388-0553-4B03-9406-81ADBEB79D4E}" type="presParOf" srcId="{C9E09F59-0658-45A5-8C55-98D09908574C}" destId="{7EA36996-EAE1-4893-A4A2-11CF45091CBD}" srcOrd="9" destOrd="0" presId="urn:microsoft.com/office/officeart/2018/2/layout/IconVerticalSolidList"/>
    <dgm:cxn modelId="{EF9C067A-7764-4250-9A39-A7A0F720A3E3}" type="presParOf" srcId="{C9E09F59-0658-45A5-8C55-98D09908574C}" destId="{112EC5A0-D82E-44E7-B348-D1C30CFBF3DF}" srcOrd="10" destOrd="0" presId="urn:microsoft.com/office/officeart/2018/2/layout/IconVerticalSolidList"/>
    <dgm:cxn modelId="{4E7F99DB-4ADE-4134-814D-F49A99671B84}" type="presParOf" srcId="{112EC5A0-D82E-44E7-B348-D1C30CFBF3DF}" destId="{D14E84F2-87F5-4B27-90CC-F36505006D23}" srcOrd="0" destOrd="0" presId="urn:microsoft.com/office/officeart/2018/2/layout/IconVerticalSolidList"/>
    <dgm:cxn modelId="{FA65A7E4-8AAE-4500-9FBD-8743E8D830C2}" type="presParOf" srcId="{112EC5A0-D82E-44E7-B348-D1C30CFBF3DF}" destId="{582BED23-4986-4272-8263-AA1F3B2B024D}" srcOrd="1" destOrd="0" presId="urn:microsoft.com/office/officeart/2018/2/layout/IconVerticalSolidList"/>
    <dgm:cxn modelId="{067402E6-9A23-4ED2-8AE2-9AA228558953}" type="presParOf" srcId="{112EC5A0-D82E-44E7-B348-D1C30CFBF3DF}" destId="{0BD27AD1-4EBC-47BF-A8A4-3542D630BB60}" srcOrd="2" destOrd="0" presId="urn:microsoft.com/office/officeart/2018/2/layout/IconVerticalSolidList"/>
    <dgm:cxn modelId="{C347EE11-9866-4919-A30F-5FFE3EFAD29C}" type="presParOf" srcId="{112EC5A0-D82E-44E7-B348-D1C30CFBF3DF}" destId="{1E2F0A79-8D35-4A2C-B1C9-0756BC196D6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5CE94B-47E7-4629-8DAA-5EBBF9CE4BA9}">
      <dsp:nvSpPr>
        <dsp:cNvPr id="0" name=""/>
        <dsp:cNvSpPr/>
      </dsp:nvSpPr>
      <dsp:spPr>
        <a:xfrm>
          <a:off x="0" y="1808"/>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681AD5-2036-4559-B8A4-6421AC244B12}">
      <dsp:nvSpPr>
        <dsp:cNvPr id="0" name=""/>
        <dsp:cNvSpPr/>
      </dsp:nvSpPr>
      <dsp:spPr>
        <a:xfrm>
          <a:off x="233059" y="175158"/>
          <a:ext cx="423745" cy="423745"/>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3BDF26-D031-4712-9853-90D44CEA116D}">
      <dsp:nvSpPr>
        <dsp:cNvPr id="0" name=""/>
        <dsp:cNvSpPr/>
      </dsp:nvSpPr>
      <dsp:spPr>
        <a:xfrm>
          <a:off x="889864" y="1808"/>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lvl="0" algn="l" defTabSz="844550">
            <a:lnSpc>
              <a:spcPct val="90000"/>
            </a:lnSpc>
            <a:spcBef>
              <a:spcPct val="0"/>
            </a:spcBef>
            <a:spcAft>
              <a:spcPct val="35000"/>
            </a:spcAft>
          </a:pPr>
          <a:r>
            <a:rPr lang="en-US" sz="1900" kern="1200"/>
            <a:t>1.Enhanced User Experience</a:t>
          </a:r>
        </a:p>
      </dsp:txBody>
      <dsp:txXfrm>
        <a:off x="889864" y="1808"/>
        <a:ext cx="5355400" cy="770445"/>
      </dsp:txXfrm>
    </dsp:sp>
    <dsp:sp modelId="{EE5A6F71-58EF-40C8-BBD1-CDF1AEEC62DF}">
      <dsp:nvSpPr>
        <dsp:cNvPr id="0" name=""/>
        <dsp:cNvSpPr/>
      </dsp:nvSpPr>
      <dsp:spPr>
        <a:xfrm>
          <a:off x="0" y="964865"/>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C5AA6D-CFA8-4B0E-B4F6-54A405EB2A86}">
      <dsp:nvSpPr>
        <dsp:cNvPr id="0" name=""/>
        <dsp:cNvSpPr/>
      </dsp:nvSpPr>
      <dsp:spPr>
        <a:xfrm>
          <a:off x="233059" y="1138215"/>
          <a:ext cx="423745" cy="423745"/>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89A124-B5EB-4407-B523-5CD11A8121F8}">
      <dsp:nvSpPr>
        <dsp:cNvPr id="0" name=""/>
        <dsp:cNvSpPr/>
      </dsp:nvSpPr>
      <dsp:spPr>
        <a:xfrm>
          <a:off x="889864" y="964865"/>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lvl="0" algn="l" defTabSz="844550">
            <a:lnSpc>
              <a:spcPct val="90000"/>
            </a:lnSpc>
            <a:spcBef>
              <a:spcPct val="0"/>
            </a:spcBef>
            <a:spcAft>
              <a:spcPct val="35000"/>
            </a:spcAft>
          </a:pPr>
          <a:r>
            <a:rPr lang="en-US" sz="1900" kern="1200"/>
            <a:t>2. Automation and Convenience</a:t>
          </a:r>
        </a:p>
      </dsp:txBody>
      <dsp:txXfrm>
        <a:off x="889864" y="964865"/>
        <a:ext cx="5355400" cy="770445"/>
      </dsp:txXfrm>
    </dsp:sp>
    <dsp:sp modelId="{89F59408-3653-4E5B-9BBD-EC7B526C5FEC}">
      <dsp:nvSpPr>
        <dsp:cNvPr id="0" name=""/>
        <dsp:cNvSpPr/>
      </dsp:nvSpPr>
      <dsp:spPr>
        <a:xfrm>
          <a:off x="0" y="1927922"/>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E2F84D-1C0F-4BD2-8772-CE38E227B349}">
      <dsp:nvSpPr>
        <dsp:cNvPr id="0" name=""/>
        <dsp:cNvSpPr/>
      </dsp:nvSpPr>
      <dsp:spPr>
        <a:xfrm>
          <a:off x="233059" y="2101272"/>
          <a:ext cx="423745" cy="423745"/>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B9831-B869-4934-8941-A85692CE80D4}">
      <dsp:nvSpPr>
        <dsp:cNvPr id="0" name=""/>
        <dsp:cNvSpPr/>
      </dsp:nvSpPr>
      <dsp:spPr>
        <a:xfrm>
          <a:off x="889864" y="1927922"/>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lvl="0" algn="l" defTabSz="844550">
            <a:lnSpc>
              <a:spcPct val="90000"/>
            </a:lnSpc>
            <a:spcBef>
              <a:spcPct val="0"/>
            </a:spcBef>
            <a:spcAft>
              <a:spcPct val="35000"/>
            </a:spcAft>
          </a:pPr>
          <a:r>
            <a:rPr lang="en-US" sz="1900" kern="1200"/>
            <a:t>3. Energy Efficiency</a:t>
          </a:r>
        </a:p>
      </dsp:txBody>
      <dsp:txXfrm>
        <a:off x="889864" y="1927922"/>
        <a:ext cx="5355400" cy="770445"/>
      </dsp:txXfrm>
    </dsp:sp>
    <dsp:sp modelId="{812D5ED9-0707-4BE0-86D7-2A810A987942}">
      <dsp:nvSpPr>
        <dsp:cNvPr id="0" name=""/>
        <dsp:cNvSpPr/>
      </dsp:nvSpPr>
      <dsp:spPr>
        <a:xfrm>
          <a:off x="0" y="2890979"/>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12322E-C5F6-40F2-8C56-CE4C78201617}">
      <dsp:nvSpPr>
        <dsp:cNvPr id="0" name=""/>
        <dsp:cNvSpPr/>
      </dsp:nvSpPr>
      <dsp:spPr>
        <a:xfrm>
          <a:off x="233059" y="3064329"/>
          <a:ext cx="423745" cy="423745"/>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D40D16-D95B-4F09-94EC-1D0CAF6029A6}">
      <dsp:nvSpPr>
        <dsp:cNvPr id="0" name=""/>
        <dsp:cNvSpPr/>
      </dsp:nvSpPr>
      <dsp:spPr>
        <a:xfrm>
          <a:off x="889864" y="2890979"/>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lvl="0" algn="l" defTabSz="844550">
            <a:lnSpc>
              <a:spcPct val="90000"/>
            </a:lnSpc>
            <a:spcBef>
              <a:spcPct val="0"/>
            </a:spcBef>
            <a:spcAft>
              <a:spcPct val="35000"/>
            </a:spcAft>
          </a:pPr>
          <a:r>
            <a:rPr lang="en-US" sz="1900" kern="1200"/>
            <a:t>4. Improved Health Monitoring</a:t>
          </a:r>
        </a:p>
      </dsp:txBody>
      <dsp:txXfrm>
        <a:off x="889864" y="2890979"/>
        <a:ext cx="5355400" cy="770445"/>
      </dsp:txXfrm>
    </dsp:sp>
    <dsp:sp modelId="{F4BE1A0B-D50A-42E1-9380-89F6247BCA8A}">
      <dsp:nvSpPr>
        <dsp:cNvPr id="0" name=""/>
        <dsp:cNvSpPr/>
      </dsp:nvSpPr>
      <dsp:spPr>
        <a:xfrm>
          <a:off x="0" y="3854036"/>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4BF142-047D-4EE5-BC54-DBB489D8931B}">
      <dsp:nvSpPr>
        <dsp:cNvPr id="0" name=""/>
        <dsp:cNvSpPr/>
      </dsp:nvSpPr>
      <dsp:spPr>
        <a:xfrm>
          <a:off x="233059" y="4027386"/>
          <a:ext cx="423745" cy="423745"/>
        </a:xfrm>
        <a:prstGeom prst="rect">
          <a:avLst/>
        </a:prstGeom>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140992-7582-4707-91A2-E7CFFFB53B81}">
      <dsp:nvSpPr>
        <dsp:cNvPr id="0" name=""/>
        <dsp:cNvSpPr/>
      </dsp:nvSpPr>
      <dsp:spPr>
        <a:xfrm>
          <a:off x="889864" y="3854036"/>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lvl="0" algn="l" defTabSz="844550">
            <a:lnSpc>
              <a:spcPct val="90000"/>
            </a:lnSpc>
            <a:spcBef>
              <a:spcPct val="0"/>
            </a:spcBef>
            <a:spcAft>
              <a:spcPct val="35000"/>
            </a:spcAft>
          </a:pPr>
          <a:r>
            <a:rPr lang="en-US" sz="1900" kern="1200"/>
            <a:t>5. Increased Safety and Security</a:t>
          </a:r>
        </a:p>
      </dsp:txBody>
      <dsp:txXfrm>
        <a:off x="889864" y="3854036"/>
        <a:ext cx="5355400" cy="770445"/>
      </dsp:txXfrm>
    </dsp:sp>
    <dsp:sp modelId="{8CB8E74D-3B54-4323-8B1C-C45706B82DEC}">
      <dsp:nvSpPr>
        <dsp:cNvPr id="0" name=""/>
        <dsp:cNvSpPr/>
      </dsp:nvSpPr>
      <dsp:spPr>
        <a:xfrm>
          <a:off x="0" y="4817093"/>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258D17-2772-45D9-AFE6-198EBBCAC53B}">
      <dsp:nvSpPr>
        <dsp:cNvPr id="0" name=""/>
        <dsp:cNvSpPr/>
      </dsp:nvSpPr>
      <dsp:spPr>
        <a:xfrm>
          <a:off x="233059" y="4990443"/>
          <a:ext cx="423745" cy="423745"/>
        </a:xfrm>
        <a:prstGeom prst="rect">
          <a:avLst/>
        </a:prstGeom>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4CA42D-2760-4732-A1E3-8940D03C644C}">
      <dsp:nvSpPr>
        <dsp:cNvPr id="0" name=""/>
        <dsp:cNvSpPr/>
      </dsp:nvSpPr>
      <dsp:spPr>
        <a:xfrm>
          <a:off x="889864" y="4817093"/>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lvl="0" algn="l" defTabSz="844550">
            <a:lnSpc>
              <a:spcPct val="90000"/>
            </a:lnSpc>
            <a:spcBef>
              <a:spcPct val="0"/>
            </a:spcBef>
            <a:spcAft>
              <a:spcPct val="35000"/>
            </a:spcAft>
          </a:pPr>
          <a:r>
            <a:rPr lang="en-US" sz="1900" kern="1200"/>
            <a:t>6. Seamless Connectivity</a:t>
          </a:r>
        </a:p>
      </dsp:txBody>
      <dsp:txXfrm>
        <a:off x="889864" y="4817093"/>
        <a:ext cx="5355400" cy="7704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6D71C-5631-467B-9F05-77E5BF55F869}">
      <dsp:nvSpPr>
        <dsp:cNvPr id="0" name=""/>
        <dsp:cNvSpPr/>
      </dsp:nvSpPr>
      <dsp:spPr>
        <a:xfrm>
          <a:off x="0" y="1783"/>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F1CD52-35DA-4BC8-B5EB-5EEFD7B004E2}">
      <dsp:nvSpPr>
        <dsp:cNvPr id="0" name=""/>
        <dsp:cNvSpPr/>
      </dsp:nvSpPr>
      <dsp:spPr>
        <a:xfrm>
          <a:off x="229911" y="172791"/>
          <a:ext cx="418020" cy="418020"/>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6CD9EF-527F-4E6B-AB9A-537974EF790E}">
      <dsp:nvSpPr>
        <dsp:cNvPr id="0" name=""/>
        <dsp:cNvSpPr/>
      </dsp:nvSpPr>
      <dsp:spPr>
        <a:xfrm>
          <a:off x="877842" y="1783"/>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lvl="0" algn="l" defTabSz="844550">
            <a:lnSpc>
              <a:spcPct val="90000"/>
            </a:lnSpc>
            <a:spcBef>
              <a:spcPct val="0"/>
            </a:spcBef>
            <a:spcAft>
              <a:spcPct val="35000"/>
            </a:spcAft>
          </a:pPr>
          <a:r>
            <a:rPr lang="en-GB" sz="1900" kern="1200" dirty="0"/>
            <a:t>Privacy Concerns</a:t>
          </a:r>
          <a:endParaRPr lang="en-US" sz="1900" kern="1200" dirty="0"/>
        </a:p>
      </dsp:txBody>
      <dsp:txXfrm>
        <a:off x="877842" y="1783"/>
        <a:ext cx="5486381" cy="760036"/>
      </dsp:txXfrm>
    </dsp:sp>
    <dsp:sp modelId="{44EFFB9D-3BC9-41BA-AA39-7C28CE1417AD}">
      <dsp:nvSpPr>
        <dsp:cNvPr id="0" name=""/>
        <dsp:cNvSpPr/>
      </dsp:nvSpPr>
      <dsp:spPr>
        <a:xfrm>
          <a:off x="0" y="951829"/>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AAAB4E-FB6D-490B-A8AD-317710236E62}">
      <dsp:nvSpPr>
        <dsp:cNvPr id="0" name=""/>
        <dsp:cNvSpPr/>
      </dsp:nvSpPr>
      <dsp:spPr>
        <a:xfrm>
          <a:off x="229911" y="1122837"/>
          <a:ext cx="418020" cy="418020"/>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CEA1AD-2CEF-49C7-A5CC-87E923B8FB1D}">
      <dsp:nvSpPr>
        <dsp:cNvPr id="0" name=""/>
        <dsp:cNvSpPr/>
      </dsp:nvSpPr>
      <dsp:spPr>
        <a:xfrm>
          <a:off x="877842" y="951829"/>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lvl="0" algn="l" defTabSz="844550">
            <a:lnSpc>
              <a:spcPct val="90000"/>
            </a:lnSpc>
            <a:spcBef>
              <a:spcPct val="0"/>
            </a:spcBef>
            <a:spcAft>
              <a:spcPct val="35000"/>
            </a:spcAft>
          </a:pPr>
          <a:r>
            <a:rPr lang="en-GB" sz="1900" kern="1200"/>
            <a:t>High Implementation Costs</a:t>
          </a:r>
          <a:endParaRPr lang="en-US" sz="1900" kern="1200"/>
        </a:p>
      </dsp:txBody>
      <dsp:txXfrm>
        <a:off x="877842" y="951829"/>
        <a:ext cx="5486381" cy="760036"/>
      </dsp:txXfrm>
    </dsp:sp>
    <dsp:sp modelId="{E21BAD73-4150-4819-86E2-B3DBB0CF8979}">
      <dsp:nvSpPr>
        <dsp:cNvPr id="0" name=""/>
        <dsp:cNvSpPr/>
      </dsp:nvSpPr>
      <dsp:spPr>
        <a:xfrm>
          <a:off x="0" y="1901874"/>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E428AF-3A5C-4BFA-8931-17AD7A2B8D38}">
      <dsp:nvSpPr>
        <dsp:cNvPr id="0" name=""/>
        <dsp:cNvSpPr/>
      </dsp:nvSpPr>
      <dsp:spPr>
        <a:xfrm>
          <a:off x="229911" y="2072883"/>
          <a:ext cx="418020" cy="418020"/>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DCAEF4-6046-4928-9F0A-2CD8D5C86C7F}">
      <dsp:nvSpPr>
        <dsp:cNvPr id="0" name=""/>
        <dsp:cNvSpPr/>
      </dsp:nvSpPr>
      <dsp:spPr>
        <a:xfrm>
          <a:off x="877842" y="1901874"/>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lvl="0" algn="l" defTabSz="844550">
            <a:lnSpc>
              <a:spcPct val="90000"/>
            </a:lnSpc>
            <a:spcBef>
              <a:spcPct val="0"/>
            </a:spcBef>
            <a:spcAft>
              <a:spcPct val="35000"/>
            </a:spcAft>
          </a:pPr>
          <a:r>
            <a:rPr lang="en-GB" sz="1900" kern="1200"/>
            <a:t>Dependency on Technology</a:t>
          </a:r>
          <a:endParaRPr lang="en-US" sz="1900" kern="1200"/>
        </a:p>
      </dsp:txBody>
      <dsp:txXfrm>
        <a:off x="877842" y="1901874"/>
        <a:ext cx="5486381" cy="760036"/>
      </dsp:txXfrm>
    </dsp:sp>
    <dsp:sp modelId="{5C624A3A-499F-4B76-9462-01555D2FBC63}">
      <dsp:nvSpPr>
        <dsp:cNvPr id="0" name=""/>
        <dsp:cNvSpPr/>
      </dsp:nvSpPr>
      <dsp:spPr>
        <a:xfrm>
          <a:off x="0" y="2851920"/>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CC49A7-440F-4480-8FE1-21311D0F3AC5}">
      <dsp:nvSpPr>
        <dsp:cNvPr id="0" name=""/>
        <dsp:cNvSpPr/>
      </dsp:nvSpPr>
      <dsp:spPr>
        <a:xfrm>
          <a:off x="229911" y="3022928"/>
          <a:ext cx="418020" cy="418020"/>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2E2EA-0C06-41A7-B05B-DA2ADD0AEF8D}">
      <dsp:nvSpPr>
        <dsp:cNvPr id="0" name=""/>
        <dsp:cNvSpPr/>
      </dsp:nvSpPr>
      <dsp:spPr>
        <a:xfrm>
          <a:off x="877842" y="2851920"/>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lvl="0" algn="l" defTabSz="844550">
            <a:lnSpc>
              <a:spcPct val="90000"/>
            </a:lnSpc>
            <a:spcBef>
              <a:spcPct val="0"/>
            </a:spcBef>
            <a:spcAft>
              <a:spcPct val="35000"/>
            </a:spcAft>
          </a:pPr>
          <a:r>
            <a:rPr lang="en-GB" sz="1900" kern="1200"/>
            <a:t>Security Vulnerabilities</a:t>
          </a:r>
          <a:endParaRPr lang="en-US" sz="1900" kern="1200"/>
        </a:p>
      </dsp:txBody>
      <dsp:txXfrm>
        <a:off x="877842" y="2851920"/>
        <a:ext cx="5486381" cy="760036"/>
      </dsp:txXfrm>
    </dsp:sp>
    <dsp:sp modelId="{D8659B62-30E2-4A8B-9B39-A3A736D7F6B5}">
      <dsp:nvSpPr>
        <dsp:cNvPr id="0" name=""/>
        <dsp:cNvSpPr/>
      </dsp:nvSpPr>
      <dsp:spPr>
        <a:xfrm>
          <a:off x="0" y="3801966"/>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FA3629-DE1B-485F-AE5C-279D8384A3CB}">
      <dsp:nvSpPr>
        <dsp:cNvPr id="0" name=""/>
        <dsp:cNvSpPr/>
      </dsp:nvSpPr>
      <dsp:spPr>
        <a:xfrm>
          <a:off x="229911" y="3972974"/>
          <a:ext cx="418020" cy="418020"/>
        </a:xfrm>
        <a:prstGeom prst="rect">
          <a:avLst/>
        </a:prstGeom>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F045F0-D65D-4FFF-BE04-D031D4FB7AD8}">
      <dsp:nvSpPr>
        <dsp:cNvPr id="0" name=""/>
        <dsp:cNvSpPr/>
      </dsp:nvSpPr>
      <dsp:spPr>
        <a:xfrm>
          <a:off x="877842" y="3801966"/>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lvl="0" algn="l" defTabSz="844550">
            <a:lnSpc>
              <a:spcPct val="90000"/>
            </a:lnSpc>
            <a:spcBef>
              <a:spcPct val="0"/>
            </a:spcBef>
            <a:spcAft>
              <a:spcPct val="35000"/>
            </a:spcAft>
          </a:pPr>
          <a:r>
            <a:rPr lang="en-GB" sz="1900" kern="1200"/>
            <a:t>Ethical Issues</a:t>
          </a:r>
          <a:endParaRPr lang="en-US" sz="1900" kern="1200"/>
        </a:p>
      </dsp:txBody>
      <dsp:txXfrm>
        <a:off x="877842" y="3801966"/>
        <a:ext cx="5486381" cy="760036"/>
      </dsp:txXfrm>
    </dsp:sp>
    <dsp:sp modelId="{D14E84F2-87F5-4B27-90CC-F36505006D23}">
      <dsp:nvSpPr>
        <dsp:cNvPr id="0" name=""/>
        <dsp:cNvSpPr/>
      </dsp:nvSpPr>
      <dsp:spPr>
        <a:xfrm>
          <a:off x="0" y="4753795"/>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2BED23-4986-4272-8263-AA1F3B2B024D}">
      <dsp:nvSpPr>
        <dsp:cNvPr id="0" name=""/>
        <dsp:cNvSpPr/>
      </dsp:nvSpPr>
      <dsp:spPr>
        <a:xfrm>
          <a:off x="229911" y="4923020"/>
          <a:ext cx="418020" cy="418020"/>
        </a:xfrm>
        <a:prstGeom prst="rect">
          <a:avLst/>
        </a:prstGeom>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2F0A79-8D35-4A2C-B1C9-0756BC196D6F}">
      <dsp:nvSpPr>
        <dsp:cNvPr id="0" name=""/>
        <dsp:cNvSpPr/>
      </dsp:nvSpPr>
      <dsp:spPr>
        <a:xfrm>
          <a:off x="877842" y="4752011"/>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lvl="0" algn="l" defTabSz="844550">
            <a:lnSpc>
              <a:spcPct val="90000"/>
            </a:lnSpc>
            <a:spcBef>
              <a:spcPct val="0"/>
            </a:spcBef>
            <a:spcAft>
              <a:spcPct val="35000"/>
            </a:spcAft>
          </a:pPr>
          <a:r>
            <a:rPr lang="en-GB" sz="1900" kern="1200" dirty="0"/>
            <a:t>Complexity and Maintenance</a:t>
          </a:r>
          <a:endParaRPr lang="en-US" sz="1900" kern="1200" dirty="0"/>
        </a:p>
      </dsp:txBody>
      <dsp:txXfrm>
        <a:off x="877842" y="4752011"/>
        <a:ext cx="5486381" cy="7600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05/03/2025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05/03/2025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05/03/2025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05/03/2025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05/03/2025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05/03/2025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05/03/2025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679" y="2853347"/>
            <a:ext cx="4656992" cy="1393338"/>
          </a:xfrm>
        </p:spPr>
        <p:txBody>
          <a:bodyPr>
            <a:normAutofit/>
          </a:bodyPr>
          <a:lstStyle/>
          <a:p>
            <a:r>
              <a:rPr lang="en-US" sz="4000" dirty="0" smtClean="0"/>
              <a:t>Team Members :</a:t>
            </a:r>
            <a:endParaRPr lang="en-US" sz="4000" dirty="0"/>
          </a:p>
        </p:txBody>
      </p:sp>
      <p:sp>
        <p:nvSpPr>
          <p:cNvPr id="3" name="Content Placeholder 2"/>
          <p:cNvSpPr>
            <a:spLocks noGrp="1"/>
          </p:cNvSpPr>
          <p:nvPr>
            <p:ph idx="1"/>
          </p:nvPr>
        </p:nvSpPr>
        <p:spPr>
          <a:xfrm>
            <a:off x="1040424" y="4102831"/>
            <a:ext cx="2977662" cy="2042991"/>
          </a:xfrm>
        </p:spPr>
        <p:txBody>
          <a:bodyPr/>
          <a:lstStyle/>
          <a:p>
            <a:r>
              <a:rPr lang="en-US" dirty="0" err="1" smtClean="0"/>
              <a:t>Sarthak</a:t>
            </a:r>
            <a:r>
              <a:rPr lang="en-US" dirty="0" smtClean="0"/>
              <a:t> </a:t>
            </a:r>
            <a:r>
              <a:rPr lang="en-US" dirty="0" err="1" smtClean="0"/>
              <a:t>Khatiwada</a:t>
            </a:r>
            <a:r>
              <a:rPr lang="en-US" dirty="0" smtClean="0"/>
              <a:t> </a:t>
            </a:r>
          </a:p>
          <a:p>
            <a:r>
              <a:rPr lang="en-US" dirty="0"/>
              <a:t> </a:t>
            </a:r>
            <a:r>
              <a:rPr lang="en-US" dirty="0" err="1" smtClean="0"/>
              <a:t>Saugat</a:t>
            </a:r>
            <a:r>
              <a:rPr lang="en-US" dirty="0" smtClean="0"/>
              <a:t> </a:t>
            </a:r>
            <a:r>
              <a:rPr lang="en-US" dirty="0" err="1" smtClean="0"/>
              <a:t>Sapkota</a:t>
            </a:r>
            <a:endParaRPr lang="en-US" dirty="0" smtClean="0"/>
          </a:p>
          <a:p>
            <a:r>
              <a:rPr lang="en-US" dirty="0" smtClean="0"/>
              <a:t>Rosa </a:t>
            </a:r>
            <a:r>
              <a:rPr lang="en-US" dirty="0" err="1" smtClean="0"/>
              <a:t>Lamichhane</a:t>
            </a:r>
            <a:r>
              <a:rPr lang="en-US" dirty="0" smtClean="0"/>
              <a:t> .</a:t>
            </a:r>
            <a:endParaRPr lang="en-US" dirty="0"/>
          </a:p>
        </p:txBody>
      </p:sp>
      <p:sp>
        <p:nvSpPr>
          <p:cNvPr id="5" name="TextBox 4"/>
          <p:cNvSpPr txBox="1"/>
          <p:nvPr/>
        </p:nvSpPr>
        <p:spPr>
          <a:xfrm>
            <a:off x="7323992" y="3330393"/>
            <a:ext cx="5087816" cy="4062651"/>
          </a:xfrm>
          <a:prstGeom prst="rect">
            <a:avLst/>
          </a:prstGeom>
          <a:noFill/>
        </p:spPr>
        <p:txBody>
          <a:bodyPr wrap="square" rtlCol="0">
            <a:spAutoFit/>
          </a:bodyPr>
          <a:lstStyle/>
          <a:p>
            <a:r>
              <a:rPr lang="en-US" sz="4400" dirty="0" smtClean="0">
                <a:solidFill>
                  <a:schemeClr val="bg1">
                    <a:lumMod val="50000"/>
                  </a:schemeClr>
                </a:solidFill>
              </a:rPr>
              <a:t>Overview :</a:t>
            </a:r>
          </a:p>
          <a:p>
            <a:pPr marL="342900" indent="-342900">
              <a:buAutoNum type="arabicParenR"/>
            </a:pPr>
            <a:r>
              <a:rPr lang="en-US" sz="2000" dirty="0" smtClean="0"/>
              <a:t>Introduction of Ambient Intelligence</a:t>
            </a:r>
          </a:p>
          <a:p>
            <a:pPr marL="342900" indent="-342900">
              <a:buAutoNum type="arabicParenR"/>
            </a:pPr>
            <a:r>
              <a:rPr lang="en-US" sz="2000" dirty="0" smtClean="0"/>
              <a:t>History of Ambient Intelligence.</a:t>
            </a:r>
          </a:p>
          <a:p>
            <a:pPr marL="342900" indent="-342900">
              <a:buAutoNum type="arabicParenR"/>
            </a:pPr>
            <a:r>
              <a:rPr lang="en-US" sz="2000" dirty="0" smtClean="0"/>
              <a:t>Elements of Ami</a:t>
            </a:r>
          </a:p>
          <a:p>
            <a:pPr marL="342900" indent="-342900">
              <a:buAutoNum type="arabicParenR"/>
            </a:pPr>
            <a:r>
              <a:rPr lang="en-US" sz="2000" dirty="0" smtClean="0"/>
              <a:t>Application of </a:t>
            </a:r>
            <a:r>
              <a:rPr lang="en-US" sz="2000" dirty="0" err="1" smtClean="0"/>
              <a:t>ami</a:t>
            </a:r>
            <a:endParaRPr lang="en-US" sz="2000" dirty="0" smtClean="0"/>
          </a:p>
          <a:p>
            <a:pPr marL="342900" indent="-342900">
              <a:buAutoNum type="arabicParenR"/>
            </a:pPr>
            <a:r>
              <a:rPr lang="en-US" sz="2000" dirty="0" smtClean="0"/>
              <a:t>Advantages of Ami</a:t>
            </a:r>
          </a:p>
          <a:p>
            <a:pPr marL="342900" indent="-342900">
              <a:buAutoNum type="arabicParenR"/>
            </a:pPr>
            <a:r>
              <a:rPr lang="en-US" sz="2000" dirty="0" smtClean="0"/>
              <a:t>Disadvantages of </a:t>
            </a:r>
            <a:r>
              <a:rPr lang="en-US" sz="2000" dirty="0" err="1" smtClean="0"/>
              <a:t>ami</a:t>
            </a:r>
            <a:endParaRPr lang="en-US" sz="2000" dirty="0" smtClean="0"/>
          </a:p>
          <a:p>
            <a:pPr marL="342900" indent="-342900">
              <a:buAutoNum type="arabicParenR"/>
            </a:pPr>
            <a:r>
              <a:rPr lang="en-US" sz="2000" dirty="0" smtClean="0"/>
              <a:t>Future of </a:t>
            </a:r>
            <a:r>
              <a:rPr lang="en-US" sz="2000" dirty="0" err="1" smtClean="0"/>
              <a:t>ami</a:t>
            </a:r>
            <a:endParaRPr lang="en-US" sz="2000" dirty="0" smtClean="0"/>
          </a:p>
          <a:p>
            <a:pPr marL="342900" indent="-342900">
              <a:buAutoNum type="arabicParenR"/>
            </a:pPr>
            <a:r>
              <a:rPr lang="en-US" sz="2000" dirty="0" smtClean="0"/>
              <a:t>Conclusion</a:t>
            </a:r>
          </a:p>
          <a:p>
            <a:pPr marL="342900" indent="-342900">
              <a:buAutoNum type="arabicParenR"/>
            </a:pPr>
            <a:endParaRPr lang="en-US" dirty="0" smtClean="0"/>
          </a:p>
          <a:p>
            <a:pPr marL="342900" indent="-342900">
              <a:buAutoNum type="arabicParenR"/>
            </a:pPr>
            <a:endParaRPr lang="en-US" dirty="0" smtClean="0"/>
          </a:p>
          <a:p>
            <a:endParaRPr lang="en-US" dirty="0"/>
          </a:p>
        </p:txBody>
      </p:sp>
      <p:sp>
        <p:nvSpPr>
          <p:cNvPr id="6" name="TextBox 5"/>
          <p:cNvSpPr txBox="1"/>
          <p:nvPr/>
        </p:nvSpPr>
        <p:spPr>
          <a:xfrm>
            <a:off x="2022230" y="958361"/>
            <a:ext cx="6523893" cy="646331"/>
          </a:xfrm>
          <a:prstGeom prst="rect">
            <a:avLst/>
          </a:prstGeom>
          <a:noFill/>
        </p:spPr>
        <p:txBody>
          <a:bodyPr wrap="square" rtlCol="0">
            <a:spAutoFit/>
          </a:bodyPr>
          <a:lstStyle/>
          <a:p>
            <a:r>
              <a:rPr lang="en-US" sz="3600" dirty="0" smtClean="0"/>
              <a:t>Team Name :</a:t>
            </a:r>
            <a:endParaRPr lang="en-US" sz="3600" dirty="0"/>
          </a:p>
        </p:txBody>
      </p:sp>
      <p:sp>
        <p:nvSpPr>
          <p:cNvPr id="9" name="TextBox 8"/>
          <p:cNvSpPr txBox="1"/>
          <p:nvPr/>
        </p:nvSpPr>
        <p:spPr>
          <a:xfrm>
            <a:off x="3934287" y="819861"/>
            <a:ext cx="2699778" cy="923330"/>
          </a:xfrm>
          <a:prstGeom prst="rect">
            <a:avLst/>
          </a:prstGeom>
          <a:noFill/>
        </p:spPr>
        <p:txBody>
          <a:bodyPr wrap="none" rtlCol="0">
            <a:spAutoFit/>
          </a:bodyPr>
          <a:lstStyle/>
          <a:p>
            <a:r>
              <a:rPr lang="en-US" sz="5400" u="sng" dirty="0" smtClean="0">
                <a:solidFill>
                  <a:schemeClr val="bg1">
                    <a:lumMod val="50000"/>
                  </a:schemeClr>
                </a:solidFill>
              </a:rPr>
              <a:t>Royal rulers </a:t>
            </a:r>
            <a:endParaRPr lang="en-US" sz="5400" u="sng" dirty="0">
              <a:solidFill>
                <a:schemeClr val="bg1">
                  <a:lumMod val="50000"/>
                </a:schemeClr>
              </a:solidFill>
            </a:endParaRPr>
          </a:p>
        </p:txBody>
      </p:sp>
    </p:spTree>
    <p:extLst>
      <p:ext uri="{BB962C8B-B14F-4D97-AF65-F5344CB8AC3E}">
        <p14:creationId xmlns:p14="http://schemas.microsoft.com/office/powerpoint/2010/main" val="41985595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415AEB-B8BE-BBD7-8DD2-4E404B46F57A}"/>
              </a:ext>
            </a:extLst>
          </p:cNvPr>
          <p:cNvSpPr txBox="1"/>
          <p:nvPr/>
        </p:nvSpPr>
        <p:spPr>
          <a:xfrm>
            <a:off x="1168400" y="482600"/>
            <a:ext cx="96265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b="1"/>
          </a:p>
        </p:txBody>
      </p:sp>
      <p:pic>
        <p:nvPicPr>
          <p:cNvPr id="8" name="Picture 7" descr="A blue background with white text">
            <a:extLst>
              <a:ext uri="{FF2B5EF4-FFF2-40B4-BE49-F238E27FC236}">
                <a16:creationId xmlns:a16="http://schemas.microsoft.com/office/drawing/2014/main" id="{53EDCBB7-761F-F642-5837-3F973F0056EE}"/>
              </a:ext>
            </a:extLst>
          </p:cNvPr>
          <p:cNvPicPr>
            <a:picLocks noChangeAspect="1"/>
          </p:cNvPicPr>
          <p:nvPr/>
        </p:nvPicPr>
        <p:blipFill>
          <a:blip r:embed="rId2"/>
          <a:stretch>
            <a:fillRect/>
          </a:stretch>
        </p:blipFill>
        <p:spPr>
          <a:xfrm>
            <a:off x="0" y="-5219"/>
            <a:ext cx="12192000" cy="6847391"/>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6FF41-741D-5F46-2AC4-F772C743E990}"/>
              </a:ext>
            </a:extLst>
          </p:cNvPr>
          <p:cNvSpPr>
            <a:spLocks noGrp="1"/>
          </p:cNvSpPr>
          <p:nvPr>
            <p:ph type="title"/>
          </p:nvPr>
        </p:nvSpPr>
        <p:spPr>
          <a:xfrm>
            <a:off x="838200" y="152213"/>
            <a:ext cx="10515600" cy="1325563"/>
          </a:xfrm>
        </p:spPr>
        <p:txBody>
          <a:bodyPr/>
          <a:lstStyle/>
          <a:p>
            <a:pPr algn="ctr"/>
            <a:r>
              <a:rPr lang="en-GB" dirty="0"/>
              <a:t>Introduction of </a:t>
            </a:r>
            <a:r>
              <a:rPr lang="en-US" sz="3600" b="1" dirty="0">
                <a:solidFill>
                  <a:srgbClr val="111111"/>
                </a:solidFill>
                <a:latin typeface="Arial"/>
                <a:cs typeface="Arial"/>
              </a:rPr>
              <a:t>Ambient Intelligence</a:t>
            </a:r>
            <a:endParaRPr lang="en-GB" dirty="0"/>
          </a:p>
        </p:txBody>
      </p:sp>
      <p:sp>
        <p:nvSpPr>
          <p:cNvPr id="7" name="TextBox 6">
            <a:extLst>
              <a:ext uri="{FF2B5EF4-FFF2-40B4-BE49-F238E27FC236}">
                <a16:creationId xmlns:a16="http://schemas.microsoft.com/office/drawing/2014/main" id="{9BBB82C6-0688-419C-970C-5D147A6B1A97}"/>
              </a:ext>
            </a:extLst>
          </p:cNvPr>
          <p:cNvSpPr txBox="1"/>
          <p:nvPr/>
        </p:nvSpPr>
        <p:spPr>
          <a:xfrm>
            <a:off x="836108" y="1316766"/>
            <a:ext cx="994664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b="1" dirty="0">
                <a:solidFill>
                  <a:srgbClr val="333E48"/>
                </a:solidFill>
                <a:latin typeface="Calibri"/>
                <a:ea typeface="Calibri"/>
                <a:cs typeface="Segoe UI"/>
              </a:rPr>
              <a:t>Ambient intelligence is the concept of capturing and processing data through sensors, processors, and actuators unobtrusively embedded throughout the environment. Leveraging artificial intelligence (AI), ambient systems provide connected, seamless, uninterrupted everyday experiences that require no human intervention. These ubiquitous devices use ambient compute to respond to and adapt to the presence of people.</a:t>
            </a:r>
            <a:r>
              <a:rPr lang="en-GB" sz="2000" b="1" dirty="0">
                <a:solidFill>
                  <a:srgbClr val="333E48"/>
                </a:solidFill>
                <a:latin typeface="Calibri"/>
                <a:ea typeface="Calibri"/>
                <a:cs typeface="Helvetica"/>
              </a:rPr>
              <a:t> </a:t>
            </a:r>
            <a:endParaRPr lang="en-US" sz="2000">
              <a:latin typeface="Calibri"/>
              <a:ea typeface="Calibri"/>
              <a:cs typeface="Calibri"/>
            </a:endParaRPr>
          </a:p>
          <a:p>
            <a:pPr algn="just"/>
            <a:endParaRPr lang="en-GB" sz="2000" b="1" dirty="0">
              <a:solidFill>
                <a:srgbClr val="333E48"/>
              </a:solidFill>
              <a:latin typeface="Calibri"/>
              <a:ea typeface="Calibri"/>
              <a:cs typeface="Helvetica"/>
            </a:endParaRPr>
          </a:p>
          <a:p>
            <a:pPr algn="just"/>
            <a:endParaRPr lang="en-GB" sz="2000" dirty="0">
              <a:solidFill>
                <a:srgbClr val="333E48"/>
              </a:solidFill>
              <a:latin typeface="Calibri"/>
              <a:ea typeface="Calibri"/>
              <a:cs typeface="Helvetica"/>
            </a:endParaRPr>
          </a:p>
          <a:p>
            <a:pPr algn="just"/>
            <a:r>
              <a:rPr lang="en-US" sz="2000" dirty="0">
                <a:solidFill>
                  <a:srgbClr val="333E48"/>
                </a:solidFill>
                <a:latin typeface="Calibri"/>
                <a:ea typeface="Calibri"/>
                <a:cs typeface="Segoe UI"/>
              </a:rPr>
              <a:t> </a:t>
            </a:r>
            <a:r>
              <a:rPr lang="en-GB" sz="2000" dirty="0">
                <a:solidFill>
                  <a:srgbClr val="333E48"/>
                </a:solidFill>
                <a:latin typeface="Calibri"/>
                <a:ea typeface="Calibri"/>
                <a:cs typeface="Helvetica"/>
              </a:rPr>
              <a:t> </a:t>
            </a:r>
          </a:p>
        </p:txBody>
      </p:sp>
      <p:cxnSp>
        <p:nvCxnSpPr>
          <p:cNvPr id="3" name="Straight Arrow Connector 2">
            <a:extLst>
              <a:ext uri="{FF2B5EF4-FFF2-40B4-BE49-F238E27FC236}">
                <a16:creationId xmlns:a16="http://schemas.microsoft.com/office/drawing/2014/main" id="{EA7D5B27-3A04-E49E-4E2F-14EA9A0D47CD}"/>
              </a:ext>
            </a:extLst>
          </p:cNvPr>
          <p:cNvCxnSpPr/>
          <p:nvPr/>
        </p:nvCxnSpPr>
        <p:spPr>
          <a:xfrm flipV="1">
            <a:off x="546976" y="3072101"/>
            <a:ext cx="10517841" cy="4481"/>
          </a:xfrm>
          <a:prstGeom prst="straightConnector1">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702273A-DB23-8162-CD21-433E79528CBD}"/>
              </a:ext>
            </a:extLst>
          </p:cNvPr>
          <p:cNvSpPr txBox="1"/>
          <p:nvPr/>
        </p:nvSpPr>
        <p:spPr>
          <a:xfrm>
            <a:off x="530452" y="3134591"/>
            <a:ext cx="10553502" cy="3883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Roboto"/>
                <a:ea typeface="Roboto"/>
                <a:cs typeface="Roboto"/>
              </a:rPr>
              <a:t>☆</a:t>
            </a:r>
            <a:r>
              <a:rPr lang="en-US" dirty="0">
                <a:solidFill>
                  <a:srgbClr val="FFFFFF"/>
                </a:solidFill>
                <a:latin typeface="Roboto"/>
                <a:ea typeface="Roboto"/>
                <a:cs typeface="Roboto"/>
              </a:rPr>
              <a:t> </a:t>
            </a:r>
            <a:r>
              <a:rPr lang="en-US" sz="2000" b="1" dirty="0">
                <a:solidFill>
                  <a:srgbClr val="333E48"/>
                </a:solidFill>
                <a:latin typeface="Calibri"/>
                <a:ea typeface="Calibri"/>
                <a:cs typeface="Calibri"/>
              </a:rPr>
              <a:t>Examples of ambient technology :</a:t>
            </a:r>
            <a:endParaRPr lang="en-GB" sz="2000" dirty="0">
              <a:latin typeface="Calibri"/>
              <a:ea typeface="Calibri"/>
              <a:cs typeface="Calibri"/>
            </a:endParaRPr>
          </a:p>
          <a:p>
            <a:endParaRPr lang="en-US" sz="2000" dirty="0">
              <a:latin typeface="Calibri"/>
              <a:ea typeface="Calibri"/>
              <a:cs typeface="Calibri"/>
            </a:endParaRPr>
          </a:p>
          <a:p>
            <a:r>
              <a:rPr lang="en-US" sz="2000" dirty="0">
                <a:latin typeface="Calibri"/>
                <a:ea typeface="Calibri"/>
                <a:cs typeface="Calibri"/>
              </a:rPr>
              <a:t>Voice assistants: Use speech recognition to perform tasks</a:t>
            </a:r>
          </a:p>
          <a:p>
            <a:endParaRPr lang="en-US" sz="2000" dirty="0">
              <a:latin typeface="Calibri"/>
              <a:ea typeface="Calibri"/>
              <a:cs typeface="Calibri"/>
            </a:endParaRPr>
          </a:p>
          <a:p>
            <a:r>
              <a:rPr lang="en-US" sz="2000" dirty="0">
                <a:latin typeface="Calibri"/>
                <a:ea typeface="Calibri"/>
                <a:cs typeface="Calibri"/>
              </a:rPr>
              <a:t>Wearable technology: Monitors vital signs, activity, and sleep</a:t>
            </a:r>
          </a:p>
          <a:p>
            <a:endParaRPr lang="en-US" sz="2000" dirty="0">
              <a:latin typeface="Calibri"/>
              <a:ea typeface="Calibri"/>
              <a:cs typeface="Calibri"/>
            </a:endParaRPr>
          </a:p>
          <a:p>
            <a:r>
              <a:rPr lang="en-US" sz="2000" dirty="0">
                <a:latin typeface="Calibri"/>
                <a:ea typeface="Calibri"/>
                <a:cs typeface="Calibri"/>
              </a:rPr>
              <a:t>Smart mirrors: Recommend items based on user preferences</a:t>
            </a:r>
          </a:p>
          <a:p>
            <a:endParaRPr lang="en-US" sz="2000" dirty="0">
              <a:latin typeface="Calibri"/>
              <a:ea typeface="Calibri"/>
              <a:cs typeface="Calibri"/>
            </a:endParaRPr>
          </a:p>
          <a:p>
            <a:r>
              <a:rPr lang="en-US" sz="2000" dirty="0">
                <a:latin typeface="Calibri"/>
                <a:ea typeface="Calibri"/>
                <a:cs typeface="Calibri"/>
              </a:rPr>
              <a:t>Vehicles: Sense location, traffic, and conditions to optimize routes</a:t>
            </a:r>
          </a:p>
          <a:p>
            <a:endParaRPr lang="en-US" sz="2000" dirty="0">
              <a:latin typeface="Calibri"/>
              <a:ea typeface="Calibri"/>
              <a:cs typeface="Calibri"/>
            </a:endParaRPr>
          </a:p>
          <a:p>
            <a:r>
              <a:rPr lang="en-US" sz="2000" dirty="0">
                <a:latin typeface="Calibri"/>
                <a:ea typeface="Calibri"/>
                <a:cs typeface="Calibri"/>
              </a:rPr>
              <a:t>Smart homes: Use environmental controls to optimize lighting, acoustics, and equipment</a:t>
            </a:r>
            <a:endParaRPr lang="en-GB" sz="2000">
              <a:latin typeface="Calibri"/>
              <a:ea typeface="Calibri"/>
              <a:cs typeface="Calibri"/>
            </a:endParaRPr>
          </a:p>
          <a:p>
            <a:pPr algn="l"/>
            <a:endParaRPr lang="en-GB" dirty="0"/>
          </a:p>
        </p:txBody>
      </p:sp>
    </p:spTree>
    <p:extLst>
      <p:ext uri="{BB962C8B-B14F-4D97-AF65-F5344CB8AC3E}">
        <p14:creationId xmlns:p14="http://schemas.microsoft.com/office/powerpoint/2010/main" val="166866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strVal val="#ppt_w*0.70"/>
                                          </p:val>
                                        </p:tav>
                                        <p:tav tm="100000">
                                          <p:val>
                                            <p:strVal val="#ppt_w"/>
                                          </p:val>
                                        </p:tav>
                                      </p:tavLst>
                                    </p:anim>
                                    <p:anim calcmode="lin" valueType="num">
                                      <p:cBhvr>
                                        <p:cTn id="19" dur="1000" fill="hold"/>
                                        <p:tgtEl>
                                          <p:spTgt spid="3"/>
                                        </p:tgtEl>
                                        <p:attrNameLst>
                                          <p:attrName>ppt_h</p:attrName>
                                        </p:attrNameLst>
                                      </p:cBhvr>
                                      <p:tavLst>
                                        <p:tav tm="0">
                                          <p:val>
                                            <p:strVal val="#ppt_h"/>
                                          </p:val>
                                        </p:tav>
                                        <p:tav tm="100000">
                                          <p:val>
                                            <p:strVal val="#ppt_h"/>
                                          </p:val>
                                        </p:tav>
                                      </p:tavLst>
                                    </p:anim>
                                    <p:animEffect transition="in" filter="fade">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arn(inVertic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81EA652-8C6A-4E69-BEB9-1708094745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a:extLst>
              <a:ext uri="{FF2B5EF4-FFF2-40B4-BE49-F238E27FC236}">
                <a16:creationId xmlns:a16="http://schemas.microsoft.com/office/drawing/2014/main" id="{5298780A-33B9-4EA2-8F67-DE68AD62841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7F488E8B-4E1E-4402-8935-D4E6C02615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41D24-7DA5-253A-F6A8-37411CF6FB36}"/>
              </a:ext>
            </a:extLst>
          </p:cNvPr>
          <p:cNvSpPr>
            <a:spLocks noGrp="1"/>
          </p:cNvSpPr>
          <p:nvPr>
            <p:ph type="title"/>
          </p:nvPr>
        </p:nvSpPr>
        <p:spPr>
          <a:xfrm>
            <a:off x="1764870" y="947285"/>
            <a:ext cx="8658860" cy="1592388"/>
          </a:xfrm>
        </p:spPr>
        <p:txBody>
          <a:bodyPr vert="horz" lIns="91440" tIns="45720" rIns="91440" bIns="45720" rtlCol="0" anchor="ctr">
            <a:normAutofit/>
          </a:bodyPr>
          <a:lstStyle/>
          <a:p>
            <a:r>
              <a:rPr lang="en-US" sz="5000" b="1" u="sng" kern="1200" dirty="0">
                <a:solidFill>
                  <a:schemeClr val="tx1"/>
                </a:solidFill>
                <a:latin typeface="+mj-lt"/>
                <a:ea typeface="+mj-ea"/>
                <a:cs typeface="+mj-cs"/>
              </a:rPr>
              <a:t>History of Ambient Intelligence</a:t>
            </a:r>
            <a:endParaRPr lang="en-US" sz="5000" u="sng" kern="1200" dirty="0">
              <a:solidFill>
                <a:schemeClr val="tx1"/>
              </a:solidFill>
              <a:latin typeface="+mj-lt"/>
              <a:ea typeface="+mj-ea"/>
              <a:cs typeface="+mj-cs"/>
            </a:endParaRPr>
          </a:p>
          <a:p>
            <a:endParaRPr lang="en-US" sz="5000" b="1" kern="1200" dirty="0">
              <a:solidFill>
                <a:schemeClr val="tx1"/>
              </a:solidFill>
              <a:latin typeface="+mj-lt"/>
              <a:ea typeface="+mj-ea"/>
              <a:cs typeface="+mj-cs"/>
            </a:endParaRPr>
          </a:p>
        </p:txBody>
      </p:sp>
      <p:sp>
        <p:nvSpPr>
          <p:cNvPr id="4" name="TextBox 3">
            <a:extLst>
              <a:ext uri="{FF2B5EF4-FFF2-40B4-BE49-F238E27FC236}">
                <a16:creationId xmlns:a16="http://schemas.microsoft.com/office/drawing/2014/main" id="{0DB88493-F2EB-D836-3656-9AB95E488712}"/>
              </a:ext>
            </a:extLst>
          </p:cNvPr>
          <p:cNvSpPr txBox="1"/>
          <p:nvPr/>
        </p:nvSpPr>
        <p:spPr>
          <a:xfrm>
            <a:off x="1119697" y="1934308"/>
            <a:ext cx="9240716" cy="429684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300" dirty="0"/>
              <a:t>• In 1998 Philips and Palo Alto Ventures coined the term 'Ambient Intelligence' (Aml)</a:t>
            </a:r>
            <a:endParaRPr lang="en-US" sz="3100" dirty="0"/>
          </a:p>
          <a:p>
            <a:pPr>
              <a:lnSpc>
                <a:spcPct val="90000"/>
              </a:lnSpc>
              <a:spcAft>
                <a:spcPts val="600"/>
              </a:spcAft>
            </a:pPr>
            <a:endParaRPr lang="en-US" sz="2300" dirty="0"/>
          </a:p>
          <a:p>
            <a:pPr indent="-228600">
              <a:lnSpc>
                <a:spcPct val="90000"/>
              </a:lnSpc>
              <a:spcAft>
                <a:spcPts val="600"/>
              </a:spcAft>
              <a:buFont typeface="Arial" panose="020B0604020202020204" pitchFamily="34" charset="0"/>
              <a:buChar char="•"/>
            </a:pPr>
            <a:r>
              <a:rPr lang="en-US" sz="2300" dirty="0"/>
              <a:t>In 1999, Philips joined the Oxygen </a:t>
            </a:r>
            <a:r>
              <a:rPr lang="en-US" sz="2300" dirty="0" smtClean="0"/>
              <a:t>alliance</a:t>
            </a:r>
            <a:r>
              <a:rPr lang="en-US" sz="2300" dirty="0"/>
              <a:t>.</a:t>
            </a:r>
          </a:p>
          <a:p>
            <a:pPr indent="-228600">
              <a:lnSpc>
                <a:spcPct val="90000"/>
              </a:lnSpc>
              <a:spcAft>
                <a:spcPts val="600"/>
              </a:spcAft>
              <a:buFont typeface="Arial" panose="020B0604020202020204" pitchFamily="34" charset="0"/>
              <a:buChar char="•"/>
            </a:pPr>
            <a:endParaRPr lang="en-US" sz="2300" dirty="0"/>
          </a:p>
          <a:p>
            <a:pPr indent="-228600">
              <a:lnSpc>
                <a:spcPct val="90000"/>
              </a:lnSpc>
              <a:spcAft>
                <a:spcPts val="600"/>
              </a:spcAft>
              <a:buFont typeface="Arial" panose="020B0604020202020204" pitchFamily="34" charset="0"/>
              <a:buChar char="•"/>
            </a:pPr>
            <a:r>
              <a:rPr lang="en-US" sz="2300" dirty="0"/>
              <a:t>international consortium of industrial partners within the context of the MIT Oxygen project, aimed at developing technology for the computer of the 21st century.</a:t>
            </a:r>
          </a:p>
          <a:p>
            <a:pPr indent="-228600">
              <a:lnSpc>
                <a:spcPct val="90000"/>
              </a:lnSpc>
              <a:spcAft>
                <a:spcPts val="600"/>
              </a:spcAft>
              <a:buFont typeface="Arial" panose="020B0604020202020204" pitchFamily="34" charset="0"/>
              <a:buChar char="•"/>
            </a:pPr>
            <a:endParaRPr lang="en-US" sz="2300" dirty="0"/>
          </a:p>
          <a:p>
            <a:pPr>
              <a:lnSpc>
                <a:spcPct val="90000"/>
              </a:lnSpc>
              <a:spcAft>
                <a:spcPts val="600"/>
              </a:spcAft>
            </a:pPr>
            <a:r>
              <a:rPr lang="en-US" sz="2300" dirty="0"/>
              <a:t>• In 2001, the concept of Ambient Intelligence (</a:t>
            </a:r>
            <a:r>
              <a:rPr lang="en-US" sz="2300" dirty="0" err="1"/>
              <a:t>AmI</a:t>
            </a:r>
            <a:r>
              <a:rPr lang="en-US" sz="2300" dirty="0"/>
              <a:t>) was taken up by European Commission's Information Society Technologies Advisory Group (ISTAG).</a:t>
            </a:r>
          </a:p>
          <a:p>
            <a:pPr>
              <a:lnSpc>
                <a:spcPct val="90000"/>
              </a:lnSpc>
              <a:spcAft>
                <a:spcPts val="600"/>
              </a:spcAft>
            </a:pPr>
            <a:endParaRPr lang="en-US" sz="2300" dirty="0"/>
          </a:p>
          <a:p>
            <a:pPr indent="-228600">
              <a:lnSpc>
                <a:spcPct val="90000"/>
              </a:lnSpc>
              <a:spcAft>
                <a:spcPts val="600"/>
              </a:spcAft>
              <a:buFont typeface="Arial" panose="020B0604020202020204" pitchFamily="34" charset="0"/>
              <a:buChar char="•"/>
            </a:pPr>
            <a:endParaRPr lang="en-US" sz="1500" dirty="0"/>
          </a:p>
        </p:txBody>
      </p:sp>
    </p:spTree>
    <p:extLst>
      <p:ext uri="{BB962C8B-B14F-4D97-AF65-F5344CB8AC3E}">
        <p14:creationId xmlns:p14="http://schemas.microsoft.com/office/powerpoint/2010/main" val="17382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6633A-0423-0694-3F60-6A9B38AC0271}"/>
              </a:ext>
            </a:extLst>
          </p:cNvPr>
          <p:cNvSpPr>
            <a:spLocks noGrp="1"/>
          </p:cNvSpPr>
          <p:nvPr>
            <p:ph type="title"/>
          </p:nvPr>
        </p:nvSpPr>
        <p:spPr/>
        <p:txBody>
          <a:bodyPr/>
          <a:lstStyle/>
          <a:p>
            <a:pPr algn="ctr"/>
            <a:r>
              <a:rPr lang="en-GB" sz="3600" b="1" dirty="0">
                <a:latin typeface="Roboto"/>
                <a:ea typeface="ADLaM Display"/>
                <a:cs typeface="Arial"/>
              </a:rPr>
              <a:t>Elements of Ambient Intelligence</a:t>
            </a:r>
            <a:endParaRPr lang="en-US" sz="3600">
              <a:latin typeface="Roboto"/>
              <a:ea typeface="ADLaM Display"/>
            </a:endParaRPr>
          </a:p>
          <a:p>
            <a:pPr algn="ctr"/>
            <a:endParaRPr lang="en-GB" dirty="0"/>
          </a:p>
        </p:txBody>
      </p:sp>
      <p:pic>
        <p:nvPicPr>
          <p:cNvPr id="4" name="Content Placeholder 3" descr="A diagram of different types of intelligence&#10;&#10;AI-generated content may be incorrect.">
            <a:extLst>
              <a:ext uri="{FF2B5EF4-FFF2-40B4-BE49-F238E27FC236}">
                <a16:creationId xmlns:a16="http://schemas.microsoft.com/office/drawing/2014/main" id="{E14CB3B7-57AF-CBB4-BEE8-5148A2AAE1EA}"/>
              </a:ext>
            </a:extLst>
          </p:cNvPr>
          <p:cNvPicPr>
            <a:picLocks noGrp="1" noChangeAspect="1"/>
          </p:cNvPicPr>
          <p:nvPr>
            <p:ph idx="1"/>
          </p:nvPr>
        </p:nvPicPr>
        <p:blipFill>
          <a:blip r:embed="rId2"/>
          <a:srcRect l="1146" t="453" r="105" b="227"/>
          <a:stretch/>
        </p:blipFill>
        <p:spPr>
          <a:xfrm>
            <a:off x="536420" y="1119656"/>
            <a:ext cx="11342104" cy="5180629"/>
          </a:xfrm>
        </p:spPr>
      </p:pic>
    </p:spTree>
    <p:extLst>
      <p:ext uri="{BB962C8B-B14F-4D97-AF65-F5344CB8AC3E}">
        <p14:creationId xmlns:p14="http://schemas.microsoft.com/office/powerpoint/2010/main" val="17463198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88C6B4-AFC3-407F-A595-EFFD38D4CC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F236821-17FE-429B-8D2C-08E13A64EA4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0BDBCD2-E081-43AB-9119-C55465E59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99EEEEF-4A81-C92A-CFA9-D1E5CCBC4130}"/>
              </a:ext>
            </a:extLst>
          </p:cNvPr>
          <p:cNvSpPr>
            <a:spLocks noGrp="1"/>
          </p:cNvSpPr>
          <p:nvPr>
            <p:ph type="title"/>
          </p:nvPr>
        </p:nvSpPr>
        <p:spPr>
          <a:xfrm>
            <a:off x="371094" y="1161288"/>
            <a:ext cx="3438144" cy="1239012"/>
          </a:xfrm>
        </p:spPr>
        <p:txBody>
          <a:bodyPr anchor="ctr">
            <a:normAutofit/>
          </a:bodyPr>
          <a:lstStyle/>
          <a:p>
            <a:r>
              <a:rPr lang="en-US" sz="2600" b="1">
                <a:latin typeface="Calibri"/>
                <a:ea typeface="Calibri"/>
                <a:cs typeface="Calibri"/>
              </a:rPr>
              <a:t>Applications of </a:t>
            </a:r>
            <a:r>
              <a:rPr lang="en-US" sz="2600" b="1">
                <a:latin typeface="Arial"/>
                <a:ea typeface="Calibri"/>
                <a:cs typeface="Arial"/>
              </a:rPr>
              <a:t>Ambient Intelligence</a:t>
            </a:r>
            <a:endParaRPr lang="en-US" sz="2600">
              <a:latin typeface="Arial"/>
              <a:ea typeface="Calibri"/>
              <a:cs typeface="Arial"/>
            </a:endParaRPr>
          </a:p>
          <a:p>
            <a:endParaRPr lang="en-US" sz="2600" b="1">
              <a:latin typeface="Calibri"/>
              <a:ea typeface="Calibri"/>
              <a:cs typeface="Calibri"/>
            </a:endParaRPr>
          </a:p>
        </p:txBody>
      </p:sp>
      <p:sp>
        <p:nvSpPr>
          <p:cNvPr id="16" name="Rectangle 15">
            <a:extLst>
              <a:ext uri="{FF2B5EF4-FFF2-40B4-BE49-F238E27FC236}">
                <a16:creationId xmlns:a16="http://schemas.microsoft.com/office/drawing/2014/main" id="{98E79BE4-34FE-485A-98A5-92CE8F7C47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6">
            <a:extLst>
              <a:ext uri="{FF2B5EF4-FFF2-40B4-BE49-F238E27FC236}">
                <a16:creationId xmlns:a16="http://schemas.microsoft.com/office/drawing/2014/main"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0884926-0E94-9734-0CED-B409DF023C80}"/>
              </a:ext>
            </a:extLst>
          </p:cNvPr>
          <p:cNvSpPr>
            <a:spLocks noGrp="1"/>
          </p:cNvSpPr>
          <p:nvPr>
            <p:ph idx="1"/>
          </p:nvPr>
        </p:nvSpPr>
        <p:spPr>
          <a:xfrm>
            <a:off x="371094" y="2718054"/>
            <a:ext cx="3438906" cy="3207258"/>
          </a:xfrm>
        </p:spPr>
        <p:txBody>
          <a:bodyPr vert="horz" lIns="91440" tIns="45720" rIns="91440" bIns="45720" rtlCol="0" anchor="t">
            <a:normAutofit/>
          </a:bodyPr>
          <a:lstStyle/>
          <a:p>
            <a:r>
              <a:rPr lang="en-US" sz="1700" dirty="0">
                <a:latin typeface="Abadi"/>
                <a:ea typeface="Calibri"/>
                <a:cs typeface="Calibri"/>
              </a:rPr>
              <a:t>Smart homes</a:t>
            </a:r>
          </a:p>
          <a:p>
            <a:r>
              <a:rPr lang="en-US" sz="1700" dirty="0">
                <a:latin typeface="Abadi"/>
                <a:ea typeface="Calibri"/>
                <a:cs typeface="Calibri"/>
              </a:rPr>
              <a:t>Healthcare</a:t>
            </a:r>
          </a:p>
          <a:p>
            <a:r>
              <a:rPr lang="en-US" sz="1700" dirty="0">
                <a:latin typeface="Abadi"/>
                <a:ea typeface="Calibri"/>
                <a:cs typeface="Calibri"/>
              </a:rPr>
              <a:t>Transportation</a:t>
            </a:r>
          </a:p>
          <a:p>
            <a:r>
              <a:rPr lang="en-US" sz="1700" dirty="0">
                <a:latin typeface="Abadi"/>
                <a:ea typeface="Calibri"/>
                <a:cs typeface="Calibri"/>
              </a:rPr>
              <a:t>Education</a:t>
            </a:r>
            <a:endParaRPr lang="en-US" sz="1700" dirty="0">
              <a:latin typeface="Abadi"/>
            </a:endParaRPr>
          </a:p>
        </p:txBody>
      </p:sp>
      <p:pic>
        <p:nvPicPr>
          <p:cNvPr id="5" name="Picture 4" descr="A diagram of a medical system&#10;&#10;AI-generated content may be incorrect.">
            <a:extLst>
              <a:ext uri="{FF2B5EF4-FFF2-40B4-BE49-F238E27FC236}">
                <a16:creationId xmlns:a16="http://schemas.microsoft.com/office/drawing/2014/main" id="{B9A4DF17-8FC8-C4DA-8D64-D11611E735C1}"/>
              </a:ext>
            </a:extLst>
          </p:cNvPr>
          <p:cNvPicPr>
            <a:picLocks noChangeAspect="1"/>
          </p:cNvPicPr>
          <p:nvPr/>
        </p:nvPicPr>
        <p:blipFill>
          <a:blip r:embed="rId2"/>
          <a:stretch>
            <a:fillRect/>
          </a:stretch>
        </p:blipFill>
        <p:spPr>
          <a:xfrm>
            <a:off x="4748784" y="1276244"/>
            <a:ext cx="7013448" cy="4313204"/>
          </a:xfrm>
          <a:prstGeom prst="rect">
            <a:avLst/>
          </a:prstGeom>
        </p:spPr>
      </p:pic>
    </p:spTree>
    <p:extLst>
      <p:ext uri="{BB962C8B-B14F-4D97-AF65-F5344CB8AC3E}">
        <p14:creationId xmlns:p14="http://schemas.microsoft.com/office/powerpoint/2010/main" val="24574767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u="sng" dirty="0" smtClean="0">
                <a:solidFill>
                  <a:schemeClr val="tx1">
                    <a:lumMod val="65000"/>
                    <a:lumOff val="35000"/>
                  </a:schemeClr>
                </a:solidFill>
              </a:rPr>
              <a:t>How Ambient Intelligence works ?</a:t>
            </a:r>
            <a:endParaRPr lang="en-US" sz="4800" u="sng" dirty="0">
              <a:solidFill>
                <a:schemeClr val="tx1">
                  <a:lumMod val="65000"/>
                  <a:lumOff val="35000"/>
                </a:schemeClr>
              </a:solidFill>
            </a:endParaRPr>
          </a:p>
        </p:txBody>
      </p:sp>
      <p:sp>
        <p:nvSpPr>
          <p:cNvPr id="3" name="Content Placeholder 2"/>
          <p:cNvSpPr>
            <a:spLocks noGrp="1"/>
          </p:cNvSpPr>
          <p:nvPr>
            <p:ph idx="1"/>
          </p:nvPr>
        </p:nvSpPr>
        <p:spPr>
          <a:xfrm>
            <a:off x="838200" y="2115772"/>
            <a:ext cx="10424746" cy="3221160"/>
          </a:xfrm>
        </p:spPr>
        <p:txBody>
          <a:bodyPr/>
          <a:lstStyle/>
          <a:p>
            <a:pPr marL="0" indent="0">
              <a:buNone/>
            </a:pPr>
            <a:r>
              <a:rPr lang="en-US" sz="3600" i="1" dirty="0" smtClean="0"/>
              <a:t>1)Sensing </a:t>
            </a:r>
            <a:r>
              <a:rPr lang="en-US" sz="3600" i="1" dirty="0"/>
              <a:t>– </a:t>
            </a:r>
            <a:r>
              <a:rPr lang="en-US" sz="2400" dirty="0"/>
              <a:t>Smart sensors collect real-time data about the environment and user behavior</a:t>
            </a:r>
            <a:r>
              <a:rPr lang="en-US" sz="2400" dirty="0" smtClean="0"/>
              <a:t>.</a:t>
            </a:r>
          </a:p>
          <a:p>
            <a:pPr marL="0" indent="0">
              <a:buNone/>
            </a:pPr>
            <a:r>
              <a:rPr lang="en-US" sz="3200" i="1" dirty="0" smtClean="0"/>
              <a:t>2</a:t>
            </a:r>
            <a:r>
              <a:rPr lang="en-US" sz="3200" i="1" dirty="0"/>
              <a:t>. Processing &amp; AI Analysis </a:t>
            </a:r>
            <a:r>
              <a:rPr lang="en-US" i="1" dirty="0"/>
              <a:t>– </a:t>
            </a:r>
            <a:r>
              <a:rPr lang="en-US" sz="2400" dirty="0"/>
              <a:t>AI and Machine Learning analyze this data to understand user needs</a:t>
            </a:r>
            <a:r>
              <a:rPr lang="en-US" sz="2400" dirty="0" smtClean="0"/>
              <a:t>.</a:t>
            </a:r>
          </a:p>
          <a:p>
            <a:pPr marL="0" indent="0">
              <a:buNone/>
            </a:pPr>
            <a:r>
              <a:rPr lang="en-US" sz="3200" i="1" dirty="0" smtClean="0"/>
              <a:t>3</a:t>
            </a:r>
            <a:r>
              <a:rPr lang="en-US" sz="3200" i="1" dirty="0"/>
              <a:t>. Context Awareness – </a:t>
            </a:r>
            <a:r>
              <a:rPr lang="en-US" dirty="0"/>
              <a:t>The system adapts its behavior based on the situation</a:t>
            </a:r>
            <a:r>
              <a:rPr lang="en-US" dirty="0" smtClean="0"/>
              <a:t>.</a:t>
            </a:r>
          </a:p>
          <a:p>
            <a:pPr marL="0" indent="0">
              <a:buNone/>
            </a:pPr>
            <a:r>
              <a:rPr lang="en-US" sz="3200" i="1" dirty="0" smtClean="0"/>
              <a:t>4</a:t>
            </a:r>
            <a:r>
              <a:rPr lang="en-US" sz="3200" i="1" dirty="0"/>
              <a:t>. Automation &amp; Response – </a:t>
            </a:r>
            <a:r>
              <a:rPr lang="en-US" sz="2400" dirty="0"/>
              <a:t>Devices automatically adjust settings to enhance user experience</a:t>
            </a:r>
            <a:r>
              <a:rPr lang="en-US" dirty="0"/>
              <a:t>.</a:t>
            </a:r>
          </a:p>
        </p:txBody>
      </p:sp>
    </p:spTree>
    <p:extLst>
      <p:ext uri="{BB962C8B-B14F-4D97-AF65-F5344CB8AC3E}">
        <p14:creationId xmlns:p14="http://schemas.microsoft.com/office/powerpoint/2010/main" val="37580420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BC7BC5A6-54BE-3CF3-6A1F-870207C10C35}"/>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sz="5600" b="1" kern="1200">
                <a:solidFill>
                  <a:schemeClr val="tx1"/>
                </a:solidFill>
                <a:latin typeface="+mj-lt"/>
                <a:ea typeface="+mj-ea"/>
                <a:cs typeface="+mj-cs"/>
              </a:rPr>
              <a:t>Advantages of Ambient Intelligence:</a:t>
            </a:r>
            <a:endParaRPr lang="en-US" sz="5600" kern="1200">
              <a:solidFill>
                <a:schemeClr val="tx1"/>
              </a:solidFill>
              <a:latin typeface="+mj-lt"/>
              <a:ea typeface="+mj-ea"/>
              <a:cs typeface="+mj-cs"/>
            </a:endParaRPr>
          </a:p>
        </p:txBody>
      </p:sp>
      <p:cxnSp>
        <p:nvCxnSpPr>
          <p:cNvPr id="33" name="Straight Connector 32">
            <a:extLst>
              <a:ext uri="{FF2B5EF4-FFF2-40B4-BE49-F238E27FC236}">
                <a16:creationId xmlns:a16="http://schemas.microsoft.com/office/drawing/2014/main" id="{C8F51B3F-8331-4E4A-AE96-D47B1006EEA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34" name="TextBox 17">
            <a:extLst>
              <a:ext uri="{FF2B5EF4-FFF2-40B4-BE49-F238E27FC236}">
                <a16:creationId xmlns:a16="http://schemas.microsoft.com/office/drawing/2014/main" id="{3B71C518-D0EA-E918-4037-2F3057441D69}"/>
              </a:ext>
            </a:extLst>
          </p:cNvPr>
          <p:cNvGraphicFramePr/>
          <p:nvPr>
            <p:extLst>
              <p:ext uri="{D42A27DB-BD31-4B8C-83A1-F6EECF244321}">
                <p14:modId xmlns:p14="http://schemas.microsoft.com/office/powerpoint/2010/main" val="887379911"/>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96282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F03C36C-FCBB-6A30-134F-EF09BAC0CB31}"/>
              </a:ext>
            </a:extLst>
          </p:cNvPr>
          <p:cNvSpPr>
            <a:spLocks noGrp="1"/>
          </p:cNvSpPr>
          <p:nvPr>
            <p:ph type="title"/>
          </p:nvPr>
        </p:nvSpPr>
        <p:spPr>
          <a:xfrm>
            <a:off x="600021" y="1172174"/>
            <a:ext cx="3602736" cy="4526280"/>
          </a:xfrm>
        </p:spPr>
        <p:txBody>
          <a:bodyPr>
            <a:normAutofit/>
          </a:bodyPr>
          <a:lstStyle/>
          <a:p>
            <a:r>
              <a:rPr lang="en-US" sz="4000" b="1" dirty="0">
                <a:latin typeface="Calibri"/>
                <a:ea typeface="Calibri"/>
                <a:cs typeface="Calibri"/>
              </a:rPr>
              <a:t>Disadvantages of Ambient Intelligence:</a:t>
            </a:r>
            <a:endParaRPr lang="en-GB" sz="4000" dirty="0">
              <a:latin typeface="Calibri"/>
              <a:ea typeface="Calibri"/>
              <a:cs typeface="Calibri"/>
            </a:endParaRP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029D5E6-4045-4DDF-3781-971356106729}"/>
              </a:ext>
            </a:extLst>
          </p:cNvPr>
          <p:cNvGraphicFramePr>
            <a:graphicFrameLocks noGrp="1"/>
          </p:cNvGraphicFramePr>
          <p:nvPr>
            <p:ph idx="1"/>
            <p:extLst>
              <p:ext uri="{D42A27DB-BD31-4B8C-83A1-F6EECF244321}">
                <p14:modId xmlns:p14="http://schemas.microsoft.com/office/powerpoint/2010/main" val="13424308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344721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50F1C8-87F6-3CBD-8CAD-77A350303CBE}"/>
              </a:ext>
            </a:extLst>
          </p:cNvPr>
          <p:cNvSpPr>
            <a:spLocks noGrp="1"/>
          </p:cNvSpPr>
          <p:nvPr>
            <p:ph type="title"/>
          </p:nvPr>
        </p:nvSpPr>
        <p:spPr>
          <a:xfrm>
            <a:off x="1547446" y="2303250"/>
            <a:ext cx="8074815" cy="866661"/>
          </a:xfrm>
        </p:spPr>
        <p:txBody>
          <a:bodyPr anchor="ctr">
            <a:normAutofit/>
          </a:bodyPr>
          <a:lstStyle/>
          <a:p>
            <a:r>
              <a:rPr lang="en-GB" sz="5000" dirty="0">
                <a:ea typeface="+mj-lt"/>
                <a:cs typeface="+mj-lt"/>
              </a:rPr>
              <a:t>Future of Ambient Intelligence</a:t>
            </a:r>
            <a:endParaRPr lang="en-US" sz="5000" dirty="0"/>
          </a:p>
        </p:txBody>
      </p:sp>
      <p:sp>
        <p:nvSpPr>
          <p:cNvPr id="3" name="Content Placeholder 2">
            <a:extLst>
              <a:ext uri="{FF2B5EF4-FFF2-40B4-BE49-F238E27FC236}">
                <a16:creationId xmlns:a16="http://schemas.microsoft.com/office/drawing/2014/main" id="{01F76693-DCFB-757C-2DEF-0E5FD84A349C}"/>
              </a:ext>
            </a:extLst>
          </p:cNvPr>
          <p:cNvSpPr>
            <a:spLocks noGrp="1"/>
          </p:cNvSpPr>
          <p:nvPr>
            <p:ph idx="1"/>
          </p:nvPr>
        </p:nvSpPr>
        <p:spPr>
          <a:xfrm>
            <a:off x="1645035" y="3403828"/>
            <a:ext cx="8144488" cy="2287906"/>
          </a:xfrm>
        </p:spPr>
        <p:txBody>
          <a:bodyPr vert="horz" lIns="91440" tIns="45720" rIns="91440" bIns="45720" rtlCol="0" anchor="t">
            <a:normAutofit fontScale="25000" lnSpcReduction="20000"/>
          </a:bodyPr>
          <a:lstStyle/>
          <a:p>
            <a:pPr marL="0" indent="0">
              <a:buNone/>
            </a:pPr>
            <a:endParaRPr lang="en-GB" sz="2000" dirty="0">
              <a:ea typeface="+mn-lt"/>
              <a:cs typeface="+mn-lt"/>
            </a:endParaRPr>
          </a:p>
          <a:p>
            <a:r>
              <a:rPr lang="en-GB" sz="9600" dirty="0">
                <a:ea typeface="+mn-lt"/>
                <a:cs typeface="+mn-lt"/>
              </a:rPr>
              <a:t>Growth in </a:t>
            </a:r>
            <a:r>
              <a:rPr lang="en-GB" sz="9600" b="1" dirty="0">
                <a:ea typeface="+mn-lt"/>
                <a:cs typeface="+mn-lt"/>
              </a:rPr>
              <a:t>smart cities</a:t>
            </a:r>
            <a:r>
              <a:rPr lang="en-GB" sz="9600" dirty="0">
                <a:ea typeface="+mn-lt"/>
                <a:cs typeface="+mn-lt"/>
              </a:rPr>
              <a:t> with intelligent infrastructure. </a:t>
            </a:r>
            <a:r>
              <a:rPr lang="en-GB" sz="9600" dirty="0" smtClean="0">
                <a:ea typeface="+mn-lt"/>
                <a:cs typeface="+mn-lt"/>
              </a:rPr>
              <a:t> </a:t>
            </a:r>
            <a:endParaRPr lang="en-GB" sz="9600" dirty="0"/>
          </a:p>
          <a:p>
            <a:r>
              <a:rPr lang="en-GB" sz="9600" dirty="0">
                <a:ea typeface="+mn-lt"/>
                <a:cs typeface="+mn-lt"/>
              </a:rPr>
              <a:t>Expansion of </a:t>
            </a:r>
            <a:r>
              <a:rPr lang="en-GB" sz="9600" b="1" dirty="0">
                <a:ea typeface="+mn-lt"/>
                <a:cs typeface="+mn-lt"/>
              </a:rPr>
              <a:t>personalized healthcare</a:t>
            </a:r>
            <a:r>
              <a:rPr lang="en-GB" sz="9600" dirty="0">
                <a:ea typeface="+mn-lt"/>
                <a:cs typeface="+mn-lt"/>
              </a:rPr>
              <a:t> and remote monitoring.</a:t>
            </a:r>
            <a:endParaRPr lang="en-GB" sz="9600" dirty="0"/>
          </a:p>
          <a:p>
            <a:r>
              <a:rPr lang="en-GB" sz="9600" dirty="0">
                <a:ea typeface="+mn-lt"/>
                <a:cs typeface="+mn-lt"/>
              </a:rPr>
              <a:t>Enhanced </a:t>
            </a:r>
            <a:r>
              <a:rPr lang="en-GB" sz="9600" b="1" dirty="0">
                <a:ea typeface="+mn-lt"/>
                <a:cs typeface="+mn-lt"/>
              </a:rPr>
              <a:t>home automation</a:t>
            </a:r>
            <a:r>
              <a:rPr lang="en-GB" sz="9600" dirty="0">
                <a:ea typeface="+mn-lt"/>
                <a:cs typeface="+mn-lt"/>
              </a:rPr>
              <a:t> for energy efficiency and convenience.</a:t>
            </a:r>
            <a:endParaRPr lang="en-GB" sz="9600" dirty="0"/>
          </a:p>
          <a:p>
            <a:r>
              <a:rPr lang="en-GB" sz="9600" dirty="0" smtClean="0">
                <a:ea typeface="+mn-lt"/>
                <a:cs typeface="+mn-lt"/>
              </a:rPr>
              <a:t>Increasing </a:t>
            </a:r>
            <a:r>
              <a:rPr lang="en-GB" sz="9600" dirty="0">
                <a:ea typeface="+mn-lt"/>
                <a:cs typeface="+mn-lt"/>
              </a:rPr>
              <a:t>focus on </a:t>
            </a:r>
            <a:r>
              <a:rPr lang="en-GB" sz="9600" b="1" dirty="0">
                <a:ea typeface="+mn-lt"/>
                <a:cs typeface="+mn-lt"/>
              </a:rPr>
              <a:t>privacy and ethical AI</a:t>
            </a:r>
            <a:r>
              <a:rPr lang="en-GB" sz="9600" dirty="0">
                <a:ea typeface="+mn-lt"/>
                <a:cs typeface="+mn-lt"/>
              </a:rPr>
              <a:t> development.</a:t>
            </a:r>
            <a:endParaRPr lang="en-GB" sz="9600" dirty="0"/>
          </a:p>
          <a:p>
            <a:r>
              <a:rPr lang="en-GB" sz="9600" dirty="0">
                <a:ea typeface="+mn-lt"/>
                <a:cs typeface="+mn-lt"/>
              </a:rPr>
              <a:t>Seamless integration of </a:t>
            </a:r>
            <a:r>
              <a:rPr lang="en-GB" sz="9600" b="1" dirty="0" err="1">
                <a:ea typeface="+mn-lt"/>
                <a:cs typeface="+mn-lt"/>
              </a:rPr>
              <a:t>IoT</a:t>
            </a:r>
            <a:r>
              <a:rPr lang="en-GB" sz="9600" b="1" dirty="0">
                <a:ea typeface="+mn-lt"/>
                <a:cs typeface="+mn-lt"/>
              </a:rPr>
              <a:t>, AI, and big data</a:t>
            </a:r>
            <a:r>
              <a:rPr lang="en-GB" sz="9600" dirty="0">
                <a:ea typeface="+mn-lt"/>
                <a:cs typeface="+mn-lt"/>
              </a:rPr>
              <a:t> for smarter ecosystems.</a:t>
            </a:r>
            <a:endParaRPr lang="en-GB" sz="9600" dirty="0"/>
          </a:p>
          <a:p>
            <a:endParaRPr lang="en-GB" sz="9600" dirty="0"/>
          </a:p>
        </p:txBody>
      </p:sp>
      <p:sp>
        <p:nvSpPr>
          <p:cNvPr id="11" name="TextBox 10"/>
          <p:cNvSpPr txBox="1"/>
          <p:nvPr/>
        </p:nvSpPr>
        <p:spPr>
          <a:xfrm>
            <a:off x="1547446" y="1113432"/>
            <a:ext cx="6541477" cy="601977"/>
          </a:xfrm>
          <a:prstGeom prst="rect">
            <a:avLst/>
          </a:prstGeom>
          <a:noFill/>
        </p:spPr>
        <p:txBody>
          <a:bodyPr wrap="square" rtlCol="0">
            <a:spAutoFit/>
          </a:bodyPr>
          <a:lstStyle/>
          <a:p>
            <a:endParaRPr lang="en-US" dirty="0"/>
          </a:p>
        </p:txBody>
      </p:sp>
      <p:sp>
        <p:nvSpPr>
          <p:cNvPr id="13" name="TextBox 12"/>
          <p:cNvSpPr txBox="1"/>
          <p:nvPr/>
        </p:nvSpPr>
        <p:spPr>
          <a:xfrm>
            <a:off x="1645035" y="992116"/>
            <a:ext cx="8449408" cy="1077218"/>
          </a:xfrm>
          <a:prstGeom prst="rect">
            <a:avLst/>
          </a:prstGeom>
          <a:noFill/>
        </p:spPr>
        <p:txBody>
          <a:bodyPr wrap="square" rtlCol="0">
            <a:spAutoFit/>
          </a:bodyPr>
          <a:lstStyle/>
          <a:p>
            <a:r>
              <a:rPr lang="en-US" sz="3200" i="1" dirty="0"/>
              <a:t>what if  the technology around you could </a:t>
            </a:r>
            <a:r>
              <a:rPr lang="en-US" sz="3200" i="1" dirty="0" smtClean="0"/>
              <a:t>predicts </a:t>
            </a:r>
            <a:r>
              <a:rPr lang="en-US" sz="3200" i="1" dirty="0"/>
              <a:t>your need before you even had to ask ?</a:t>
            </a:r>
          </a:p>
        </p:txBody>
      </p:sp>
    </p:spTree>
    <p:extLst>
      <p:ext uri="{BB962C8B-B14F-4D97-AF65-F5344CB8AC3E}">
        <p14:creationId xmlns:p14="http://schemas.microsoft.com/office/powerpoint/2010/main" val="30428349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D5BA9C-E203-DEDC-E6D4-38FACA15378A}"/>
              </a:ext>
            </a:extLst>
          </p:cNvPr>
          <p:cNvSpPr>
            <a:spLocks noGrp="1"/>
          </p:cNvSpPr>
          <p:nvPr>
            <p:ph type="title"/>
          </p:nvPr>
        </p:nvSpPr>
        <p:spPr>
          <a:xfrm>
            <a:off x="1115568" y="548640"/>
            <a:ext cx="10168128" cy="1179576"/>
          </a:xfrm>
        </p:spPr>
        <p:txBody>
          <a:bodyPr>
            <a:normAutofit/>
          </a:bodyPr>
          <a:lstStyle/>
          <a:p>
            <a:r>
              <a:rPr lang="en-GB" sz="4000" b="1" dirty="0">
                <a:ea typeface="+mj-lt"/>
                <a:cs typeface="+mj-lt"/>
              </a:rPr>
              <a:t>Conclusion</a:t>
            </a:r>
            <a:endParaRPr lang="en-US" sz="4000" b="1"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A00AF5D-E533-E2D4-18C1-ECC83459D9C3}"/>
              </a:ext>
            </a:extLst>
          </p:cNvPr>
          <p:cNvSpPr>
            <a:spLocks noGrp="1"/>
          </p:cNvSpPr>
          <p:nvPr>
            <p:ph idx="1"/>
          </p:nvPr>
        </p:nvSpPr>
        <p:spPr>
          <a:xfrm>
            <a:off x="1115568" y="2481943"/>
            <a:ext cx="10168128" cy="3695020"/>
          </a:xfrm>
        </p:spPr>
        <p:txBody>
          <a:bodyPr vert="horz" lIns="91440" tIns="45720" rIns="91440" bIns="45720" rtlCol="0" anchor="t">
            <a:normAutofit/>
          </a:bodyPr>
          <a:lstStyle/>
          <a:p>
            <a:pPr marL="0" indent="0" algn="just">
              <a:buNone/>
            </a:pPr>
            <a:r>
              <a:rPr lang="en-GB" sz="3200" dirty="0">
                <a:ea typeface="+mn-lt"/>
                <a:cs typeface="+mn-lt"/>
              </a:rPr>
              <a:t>Ambient Intelligence (</a:t>
            </a:r>
            <a:r>
              <a:rPr lang="en-GB" sz="3200" err="1">
                <a:ea typeface="+mn-lt"/>
                <a:cs typeface="+mn-lt"/>
              </a:rPr>
              <a:t>AmI</a:t>
            </a:r>
            <a:r>
              <a:rPr lang="en-GB" sz="3200" dirty="0">
                <a:ea typeface="+mn-lt"/>
                <a:cs typeface="+mn-lt"/>
              </a:rPr>
              <a:t>) enhances everyday life by creating smart, adaptive, and user-focused environments. While it offers convenience and efficiency, challenges like privacy and security must be addressed. With responsible implementation, </a:t>
            </a:r>
            <a:r>
              <a:rPr lang="en-GB" sz="3200" err="1">
                <a:ea typeface="+mn-lt"/>
                <a:cs typeface="+mn-lt"/>
              </a:rPr>
              <a:t>AmI</a:t>
            </a:r>
            <a:r>
              <a:rPr lang="en-GB" sz="3200" dirty="0">
                <a:ea typeface="+mn-lt"/>
                <a:cs typeface="+mn-lt"/>
              </a:rPr>
              <a:t> can revolutionize how we interact with technology.</a:t>
            </a:r>
            <a:endParaRPr lang="en-GB" sz="3200"/>
          </a:p>
        </p:txBody>
      </p:sp>
    </p:spTree>
    <p:extLst>
      <p:ext uri="{BB962C8B-B14F-4D97-AF65-F5344CB8AC3E}">
        <p14:creationId xmlns:p14="http://schemas.microsoft.com/office/powerpoint/2010/main" val="23640049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ACA2EA0-FFD3-42EC-9406-B595015ED9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D5288BCE-665C-472A-8C43-664BCFA31E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solidFill>
            <a:schemeClr val="bg1"/>
          </a:solidFill>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3750AB5B-11CB-D6BE-1B7B-4EC9AB9120D0}"/>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6600" kern="1200" dirty="0">
                <a:solidFill>
                  <a:schemeClr val="tx1"/>
                </a:solidFill>
                <a:latin typeface="+mj-lt"/>
                <a:ea typeface="+mj-ea"/>
                <a:cs typeface="+mj-cs"/>
              </a:rPr>
              <a:t>THANK YOU </a:t>
            </a:r>
          </a:p>
        </p:txBody>
      </p:sp>
      <p:sp>
        <p:nvSpPr>
          <p:cNvPr id="17" name="Rectangle: Rounded Corners 16">
            <a:extLst>
              <a:ext uri="{FF2B5EF4-FFF2-40B4-BE49-F238E27FC236}">
                <a16:creationId xmlns:a16="http://schemas.microsoft.com/office/drawing/2014/main" id="{46C57131-53A7-4C1A-BEA8-25F06A06AD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91071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170</TotalTime>
  <Words>448</Words>
  <Application>Microsoft Office PowerPoint</Application>
  <PresentationFormat>Widescreen</PresentationFormat>
  <Paragraphs>76</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Abadi</vt:lpstr>
      <vt:lpstr>ADLaM Display</vt:lpstr>
      <vt:lpstr>Aptos</vt:lpstr>
      <vt:lpstr>Aptos Display</vt:lpstr>
      <vt:lpstr>Arial</vt:lpstr>
      <vt:lpstr>Calibri</vt:lpstr>
      <vt:lpstr>Helvetica</vt:lpstr>
      <vt:lpstr>Roboto</vt:lpstr>
      <vt:lpstr>Segoe UI</vt:lpstr>
      <vt:lpstr>office theme</vt:lpstr>
      <vt:lpstr>Team Members :</vt:lpstr>
      <vt:lpstr>PowerPoint Presentation</vt:lpstr>
      <vt:lpstr>Introduction of Ambient Intelligence</vt:lpstr>
      <vt:lpstr>History of Ambient Intelligence </vt:lpstr>
      <vt:lpstr>Elements of Ambient Intelligence </vt:lpstr>
      <vt:lpstr>Applications of Ambient Intelligence </vt:lpstr>
      <vt:lpstr>How Ambient Intelligence works ?</vt:lpstr>
      <vt:lpstr>Advantages of Ambient Intelligence:</vt:lpstr>
      <vt:lpstr>Disadvantages of Ambient Intelligence:</vt:lpstr>
      <vt:lpstr>Future of Ambient Intelligence</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STAR COMPUTER SYSTEM</dc:creator>
  <cp:lastModifiedBy>STAR COMPUTER SYSTEM</cp:lastModifiedBy>
  <cp:revision>230</cp:revision>
  <dcterms:created xsi:type="dcterms:W3CDTF">2025-01-22T10:54:45Z</dcterms:created>
  <dcterms:modified xsi:type="dcterms:W3CDTF">2025-03-05T15:20:14Z</dcterms:modified>
</cp:coreProperties>
</file>